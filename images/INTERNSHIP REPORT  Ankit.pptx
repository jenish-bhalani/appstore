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E47DE25F-EA6C-4FD9-910E-258E6377613A}">
          <p14:sldIdLst/>
        </p14:section>
        <p14:section name="Untitled Section1" id="{1E7976C1-C523-41EE-A0E2-69AB40DE335C}">
          <p14:sldIdLst>
            <p14:sldId id="256"/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00"/>
    <a:srgbClr val="CC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7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60D09-DACF-FB25-4F44-94BCA11B74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0"/>
            <a:ext cx="7379502" cy="1298407"/>
          </a:xfrm>
        </p:spPr>
        <p:txBody>
          <a:bodyPr/>
          <a:lstStyle/>
          <a:p>
            <a:pPr algn="l"/>
            <a:r>
              <a:rPr lang="en-IN" sz="2400" dirty="0">
                <a:solidFill>
                  <a:schemeClr val="tx1"/>
                </a:solidFill>
              </a:rPr>
              <a:t>INTERNSHIP REPORT PRESENTATION   </a:t>
            </a:r>
            <a:br>
              <a:rPr lang="en-IN" sz="2400" dirty="0">
                <a:solidFill>
                  <a:schemeClr val="tx1"/>
                </a:solidFill>
              </a:rPr>
            </a:br>
            <a:r>
              <a:rPr lang="en-IN" sz="2400" dirty="0">
                <a:solidFill>
                  <a:schemeClr val="tx1"/>
                </a:solidFill>
              </a:rPr>
              <a:t>   </a:t>
            </a:r>
            <a:r>
              <a:rPr lang="en-IN" sz="2400" dirty="0"/>
              <a:t> 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DC3830-8B05-8208-F170-9BE9E36A73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707" y="1362456"/>
            <a:ext cx="8176723" cy="1865718"/>
          </a:xfrm>
        </p:spPr>
        <p:txBody>
          <a:bodyPr>
            <a:normAutofit/>
          </a:bodyPr>
          <a:lstStyle/>
          <a:p>
            <a:pPr algn="l"/>
            <a:r>
              <a:rPr lang="en-IN" sz="3200" b="1" dirty="0">
                <a:solidFill>
                  <a:schemeClr val="tx1"/>
                </a:solidFill>
              </a:rPr>
              <a:t>Arts &amp; Creation </a:t>
            </a:r>
          </a:p>
          <a:p>
            <a:pPr algn="l"/>
            <a:r>
              <a:rPr lang="en-IN" sz="3200" b="1" dirty="0">
                <a:solidFill>
                  <a:schemeClr val="tx1"/>
                </a:solidFill>
              </a:rPr>
              <a:t>Studio</a:t>
            </a:r>
          </a:p>
          <a:p>
            <a:pPr algn="l"/>
            <a:r>
              <a:rPr lang="en-IN" b="1" dirty="0">
                <a:solidFill>
                  <a:schemeClr val="tx1"/>
                </a:solidFill>
              </a:rPr>
              <a:t>Web Development Internship at Raj Multimedia Education</a:t>
            </a:r>
          </a:p>
          <a:p>
            <a:pPr algn="l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E4141A-5D5B-8416-347A-17257076622A}"/>
              </a:ext>
            </a:extLst>
          </p:cNvPr>
          <p:cNvSpPr/>
          <p:nvPr/>
        </p:nvSpPr>
        <p:spPr>
          <a:xfrm>
            <a:off x="0" y="5907024"/>
            <a:ext cx="12192000" cy="9509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●</a:t>
            </a:r>
            <a:r>
              <a:rPr lang="en-GB" b="1" dirty="0">
                <a:solidFill>
                  <a:schemeClr val="tx1"/>
                </a:solidFill>
              </a:rPr>
              <a:t> </a:t>
            </a:r>
            <a:r>
              <a:rPr lang="en-GB" sz="1600" b="1" dirty="0">
                <a:solidFill>
                  <a:schemeClr val="bg1">
                    <a:lumMod val="65000"/>
                  </a:schemeClr>
                </a:solidFill>
              </a:rPr>
              <a:t>Presented by </a:t>
            </a:r>
            <a:r>
              <a:rPr lang="en-GB" sz="1600" b="1" dirty="0">
                <a:solidFill>
                  <a:srgbClr val="CCCC00"/>
                </a:solidFill>
              </a:rPr>
              <a:t>Mandaviya Ankit</a:t>
            </a:r>
            <a:r>
              <a:rPr lang="en-GB" sz="1600" b="1" dirty="0">
                <a:solidFill>
                  <a:schemeClr val="tx1"/>
                </a:solidFill>
              </a:rPr>
              <a:t> </a:t>
            </a:r>
            <a:r>
              <a:rPr lang="en-GB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●</a:t>
            </a:r>
            <a:br>
              <a:rPr lang="en-GB" dirty="0">
                <a:solidFill>
                  <a:schemeClr val="tx1"/>
                </a:solidFill>
              </a:rPr>
            </a:br>
            <a:endParaRPr lang="en-IN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D26052F-BADC-7C6E-53AF-B8611F420C00}"/>
              </a:ext>
            </a:extLst>
          </p:cNvPr>
          <p:cNvSpPr/>
          <p:nvPr/>
        </p:nvSpPr>
        <p:spPr>
          <a:xfrm>
            <a:off x="8869680" y="173395"/>
            <a:ext cx="1783080" cy="186571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FE19DC-A928-63B4-44E3-73059F796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1247" y="119166"/>
            <a:ext cx="1919946" cy="19199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343DF13-69E4-44D5-A87E-AF19AC55AA1E}"/>
              </a:ext>
            </a:extLst>
          </p:cNvPr>
          <p:cNvSpPr/>
          <p:nvPr/>
        </p:nvSpPr>
        <p:spPr>
          <a:xfrm>
            <a:off x="841248" y="3428979"/>
            <a:ext cx="2532888" cy="34747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b="1" dirty="0"/>
              <a:t>Personal Details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AF8806-BD3F-F8AB-3A5C-A66939A43340}"/>
              </a:ext>
            </a:extLst>
          </p:cNvPr>
          <p:cNvSpPr/>
          <p:nvPr/>
        </p:nvSpPr>
        <p:spPr>
          <a:xfrm>
            <a:off x="1024128" y="3364951"/>
            <a:ext cx="4443984" cy="180136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1600" dirty="0"/>
              <a:t>Intern Name :- Mandaviya Ankit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1600" dirty="0"/>
              <a:t>Roll No :- 89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1600" dirty="0"/>
              <a:t>Mentor Name :- Bajrang Sir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1600" dirty="0"/>
              <a:t>Company Name :- Raj Multimedia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124180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55D06104-7500-CD31-8FBD-3B0A2C8B1159}"/>
              </a:ext>
            </a:extLst>
          </p:cNvPr>
          <p:cNvSpPr/>
          <p:nvPr/>
        </p:nvSpPr>
        <p:spPr>
          <a:xfrm>
            <a:off x="8869680" y="173395"/>
            <a:ext cx="1783080" cy="186571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0DD60E-11A5-F84A-5EAB-A4080F544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598" y="518160"/>
            <a:ext cx="8596668" cy="1320800"/>
          </a:xfrm>
        </p:spPr>
        <p:txBody>
          <a:bodyPr/>
          <a:lstStyle/>
          <a:p>
            <a:r>
              <a:rPr lang="en-GB" b="1" dirty="0"/>
              <a:t>INTERNSHIP INFO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8E1EA-8C62-CDD9-720A-5DC941F40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598" y="1488613"/>
            <a:ext cx="8596668" cy="3880773"/>
          </a:xfrm>
        </p:spPr>
        <p:txBody>
          <a:bodyPr/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Duration: 120 Hours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Domain: Web Development &amp; Designing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Department: Ui &amp; Ux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Objective: To gain practical experience and industry exposure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0EA7B5-5CF7-6AD8-6149-D25BC62A1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1247" y="119166"/>
            <a:ext cx="1919946" cy="1919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338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6A5E0-F80F-33DB-2DD0-4C64DD7D6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ABOUT THE COMPANY — Raj Multimedia Education</a:t>
            </a:r>
            <a:br>
              <a:rPr lang="en-GB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7F0E5-83F1-2F1F-8518-E9572F088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GB" b="1" dirty="0">
                <a:solidFill>
                  <a:schemeClr val="tx1"/>
                </a:solidFill>
              </a:rPr>
              <a:t>Raj Multimedia Education is a multimedia training institute that provides IT and digital skills training.</a:t>
            </a:r>
            <a:endParaRPr lang="en-GB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GB" b="1" dirty="0">
                <a:solidFill>
                  <a:schemeClr val="tx1"/>
                </a:solidFill>
              </a:rPr>
              <a:t>The institute offers courses such as web design, graphic design, video editing, UI/UX, and digital marketing.</a:t>
            </a:r>
            <a:endParaRPr lang="en-GB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GB" b="1" dirty="0">
                <a:solidFill>
                  <a:schemeClr val="tx1"/>
                </a:solidFill>
              </a:rPr>
              <a:t>The company’s mission is to provide students with practical knowledge and career opportunities.</a:t>
            </a:r>
            <a:endParaRPr lang="en-GB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GB" b="1" dirty="0">
                <a:solidFill>
                  <a:schemeClr val="tx1"/>
                </a:solidFill>
              </a:rPr>
              <a:t>Along with training, job assistance and recognized certification are also provided.</a:t>
            </a:r>
            <a:endParaRPr lang="en-GB" dirty="0">
              <a:solidFill>
                <a:schemeClr val="tx1"/>
              </a:solidFill>
            </a:endParaRPr>
          </a:p>
          <a:p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E6D3BCA-15B2-4A66-8113-928119491824}"/>
              </a:ext>
            </a:extLst>
          </p:cNvPr>
          <p:cNvSpPr/>
          <p:nvPr/>
        </p:nvSpPr>
        <p:spPr>
          <a:xfrm>
            <a:off x="8869680" y="173395"/>
            <a:ext cx="1783080" cy="186571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A3AD2A-D4AE-3B10-9D96-7C9E10F4D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1247" y="119166"/>
            <a:ext cx="1919946" cy="1919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031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7AE32-9366-8108-777D-3FFA1321D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022" y="609600"/>
            <a:ext cx="8596668" cy="1320800"/>
          </a:xfrm>
        </p:spPr>
        <p:txBody>
          <a:bodyPr/>
          <a:lstStyle/>
          <a:p>
            <a:r>
              <a:rPr lang="en-IN" b="1" dirty="0"/>
              <a:t>WORK DONE DURING INTERNSHIP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985F0-341C-E1F6-FDFC-23CC0256F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750" y="1575373"/>
            <a:ext cx="8596668" cy="3880773"/>
          </a:xfrm>
        </p:spPr>
        <p:txBody>
          <a:bodyPr/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GB" dirty="0"/>
              <a:t>Designed social media posts using </a:t>
            </a:r>
            <a:r>
              <a:rPr lang="en-GB" b="1" dirty="0"/>
              <a:t>Canva</a:t>
            </a:r>
            <a:endParaRPr lang="en-GB" dirty="0"/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GB" dirty="0"/>
              <a:t>Created and edited designs using </a:t>
            </a:r>
            <a:r>
              <a:rPr lang="en-GB" b="1" dirty="0"/>
              <a:t>Adobe Photoshop</a:t>
            </a:r>
            <a:endParaRPr lang="en-GB" dirty="0"/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GB" dirty="0"/>
              <a:t>Developed and managed a website using </a:t>
            </a:r>
            <a:r>
              <a:rPr lang="en-GB" b="1" dirty="0"/>
              <a:t>WordPress</a:t>
            </a:r>
            <a:endParaRPr lang="en-GB" dirty="0"/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GB" dirty="0"/>
              <a:t>Designed a personal portfolio using </a:t>
            </a:r>
            <a:r>
              <a:rPr lang="en-GB" b="1" dirty="0"/>
              <a:t>Figma</a:t>
            </a:r>
            <a:endParaRPr lang="en-GB" dirty="0"/>
          </a:p>
          <a:p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A7BA074-CEDB-6B34-E6C8-CF2E8F64D7EB}"/>
              </a:ext>
            </a:extLst>
          </p:cNvPr>
          <p:cNvSpPr/>
          <p:nvPr/>
        </p:nvSpPr>
        <p:spPr>
          <a:xfrm>
            <a:off x="8869680" y="173395"/>
            <a:ext cx="1783080" cy="186571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177C99-E8C0-9EE9-E282-7FD799A04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1247" y="119166"/>
            <a:ext cx="1919946" cy="1919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906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95165-D21E-9776-909B-2E3EDA868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718" y="307848"/>
            <a:ext cx="8596668" cy="83515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en-GB" sz="2800" dirty="0">
                <a:solidFill>
                  <a:srgbClr val="CC9900"/>
                </a:solidFill>
              </a:rPr>
              <a:t>CANVA</a:t>
            </a:r>
            <a:endParaRPr lang="en-IN" sz="2800" dirty="0">
              <a:solidFill>
                <a:srgbClr val="CC99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1D54C-8A13-4AB1-7A40-65A9441C4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E74F1B7-74F0-E4A6-F402-BA42B4CEF54A}"/>
              </a:ext>
            </a:extLst>
          </p:cNvPr>
          <p:cNvSpPr/>
          <p:nvPr/>
        </p:nvSpPr>
        <p:spPr>
          <a:xfrm>
            <a:off x="8869680" y="173395"/>
            <a:ext cx="1783080" cy="186571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B4245D-94BE-C1BF-220F-D4BFF1B4B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1247" y="119166"/>
            <a:ext cx="1919946" cy="1919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36302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100</TotalTime>
  <Words>175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Trebuchet MS</vt:lpstr>
      <vt:lpstr>Wingdings</vt:lpstr>
      <vt:lpstr>Wingdings 3</vt:lpstr>
      <vt:lpstr>Facet</vt:lpstr>
      <vt:lpstr>INTERNSHIP REPORT PRESENTATION        </vt:lpstr>
      <vt:lpstr>INTERNSHIP INFO</vt:lpstr>
      <vt:lpstr>ABOUT THE COMPANY — Raj Multimedia Education </vt:lpstr>
      <vt:lpstr>WORK DONE DURING INTERNSHIP</vt:lpstr>
      <vt:lpstr>CANVA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 1</dc:creator>
  <cp:lastModifiedBy>pc 1</cp:lastModifiedBy>
  <cp:revision>6</cp:revision>
  <dcterms:created xsi:type="dcterms:W3CDTF">2026-01-22T08:21:53Z</dcterms:created>
  <dcterms:modified xsi:type="dcterms:W3CDTF">2026-01-29T09:00:57Z</dcterms:modified>
</cp:coreProperties>
</file>