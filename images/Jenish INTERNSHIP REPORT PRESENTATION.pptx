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C225"/>
    <a:srgbClr val="91C125"/>
    <a:srgbClr val="B2DE50"/>
    <a:srgbClr val="33CC33"/>
    <a:srgbClr val="00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3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6C4A9-F2F0-433C-8C6D-295662DD759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FD371-7918-48CD-A82F-FEE01B0751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65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● Presented by Jenish Bhalani ●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ECB52-5AE3-4667-A954-9FB7F567FBA9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● Presented by Jenish Bhalani ●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DC52D-9E71-4BFA-86CB-5187A456F355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● Presented by Jenish Bhalani ●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673AA-0474-4774-AE50-EE87FE89553E}" type="datetime1">
              <a:rPr lang="en-US" smtClean="0"/>
              <a:t>2/1/2026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● Presented by Jenish Bhalani ●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53C1B-C24A-40E5-9F48-8FD39BC2E53B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● Presented by Jenish Bhalani ●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4A337-A7CF-4D6E-AC7C-3A93B5F1DF9E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3" y="6853174"/>
                </a:lnTo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09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90" y="0"/>
                </a:moveTo>
                <a:lnTo>
                  <a:pt x="0" y="3163103"/>
                </a:lnTo>
              </a:path>
            </a:pathLst>
          </a:custGeom>
          <a:ln w="9525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900" y="0"/>
                </a:moveTo>
                <a:lnTo>
                  <a:pt x="2044400" y="0"/>
                </a:lnTo>
                <a:lnTo>
                  <a:pt x="0" y="6858000"/>
                </a:lnTo>
                <a:lnTo>
                  <a:pt x="3009900" y="6858000"/>
                </a:lnTo>
                <a:lnTo>
                  <a:pt x="3009900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8000"/>
                </a:lnTo>
                <a:lnTo>
                  <a:pt x="2589120" y="6858000"/>
                </a:lnTo>
                <a:lnTo>
                  <a:pt x="2589120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1" y="6858000"/>
                </a:lnTo>
                <a:lnTo>
                  <a:pt x="2854069" y="6858000"/>
                </a:lnTo>
                <a:lnTo>
                  <a:pt x="2854069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400" y="0"/>
                </a:moveTo>
                <a:lnTo>
                  <a:pt x="1022453" y="0"/>
                </a:lnTo>
                <a:lnTo>
                  <a:pt x="0" y="6858000"/>
                </a:lnTo>
                <a:lnTo>
                  <a:pt x="1295400" y="6858000"/>
                </a:lnTo>
                <a:lnTo>
                  <a:pt x="1295400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8" y="6858000"/>
                </a:lnTo>
                <a:lnTo>
                  <a:pt x="1255752" y="6857999"/>
                </a:lnTo>
                <a:lnTo>
                  <a:pt x="1255752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145" y="313055"/>
            <a:ext cx="7882572" cy="13253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602" y="2061654"/>
            <a:ext cx="6593205" cy="1637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● Presented by Jenish Bhalani ●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C2228-4E6F-4E71-BEBA-B8B24CDCC44E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838200" cy="5667375"/>
          </a:xfrm>
          <a:custGeom>
            <a:avLst/>
            <a:gdLst/>
            <a:ahLst/>
            <a:cxnLst/>
            <a:rect l="l" t="t" r="r" b="b"/>
            <a:pathLst>
              <a:path w="838200" h="5667375">
                <a:moveTo>
                  <a:pt x="838200" y="0"/>
                </a:moveTo>
                <a:lnTo>
                  <a:pt x="0" y="0"/>
                </a:lnTo>
                <a:lnTo>
                  <a:pt x="0" y="5667375"/>
                </a:lnTo>
                <a:lnTo>
                  <a:pt x="83820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9326" rIns="0" bIns="0" rtlCol="0">
            <a:spAutoFit/>
          </a:bodyPr>
          <a:lstStyle/>
          <a:p>
            <a:pPr marL="53467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</a:rPr>
              <a:t>INTERNSHIP</a:t>
            </a:r>
            <a:r>
              <a:rPr sz="2400" spc="-15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REPORT</a:t>
            </a:r>
            <a:r>
              <a:rPr sz="2400" spc="-170" dirty="0">
                <a:solidFill>
                  <a:srgbClr val="000000"/>
                </a:solidFill>
              </a:rPr>
              <a:t> </a:t>
            </a:r>
            <a:r>
              <a:rPr sz="2400" spc="-30" dirty="0">
                <a:solidFill>
                  <a:srgbClr val="000000"/>
                </a:solidFill>
              </a:rPr>
              <a:t>PRESENTATION</a:t>
            </a:r>
            <a:endParaRPr sz="2400" dirty="0"/>
          </a:p>
        </p:txBody>
      </p:sp>
      <p:grpSp>
        <p:nvGrpSpPr>
          <p:cNvPr id="13" name="object 13"/>
          <p:cNvGrpSpPr/>
          <p:nvPr/>
        </p:nvGrpSpPr>
        <p:grpSpPr>
          <a:xfrm>
            <a:off x="8610600" y="123697"/>
            <a:ext cx="2348230" cy="3014980"/>
            <a:chOff x="8610600" y="123697"/>
            <a:chExt cx="2348230" cy="3014980"/>
          </a:xfrm>
        </p:grpSpPr>
        <p:sp>
          <p:nvSpPr>
            <p:cNvPr id="14" name="object 14"/>
            <p:cNvSpPr/>
            <p:nvPr/>
          </p:nvSpPr>
          <p:spPr>
            <a:xfrm>
              <a:off x="8867775" y="171449"/>
              <a:ext cx="1781175" cy="1866900"/>
            </a:xfrm>
            <a:custGeom>
              <a:avLst/>
              <a:gdLst/>
              <a:ahLst/>
              <a:cxnLst/>
              <a:rect l="l" t="t" r="r" b="b"/>
              <a:pathLst>
                <a:path w="1781175" h="1866900">
                  <a:moveTo>
                    <a:pt x="890651" y="0"/>
                  </a:moveTo>
                  <a:lnTo>
                    <a:pt x="843351" y="1294"/>
                  </a:lnTo>
                  <a:lnTo>
                    <a:pt x="796694" y="5132"/>
                  </a:lnTo>
                  <a:lnTo>
                    <a:pt x="750742" y="11452"/>
                  </a:lnTo>
                  <a:lnTo>
                    <a:pt x="705555" y="20187"/>
                  </a:lnTo>
                  <a:lnTo>
                    <a:pt x="661196" y="31274"/>
                  </a:lnTo>
                  <a:lnTo>
                    <a:pt x="617726" y="44648"/>
                  </a:lnTo>
                  <a:lnTo>
                    <a:pt x="575207" y="60243"/>
                  </a:lnTo>
                  <a:lnTo>
                    <a:pt x="533700" y="77997"/>
                  </a:lnTo>
                  <a:lnTo>
                    <a:pt x="493266" y="97844"/>
                  </a:lnTo>
                  <a:lnTo>
                    <a:pt x="453968" y="119720"/>
                  </a:lnTo>
                  <a:lnTo>
                    <a:pt x="415867" y="143559"/>
                  </a:lnTo>
                  <a:lnTo>
                    <a:pt x="379024" y="169299"/>
                  </a:lnTo>
                  <a:lnTo>
                    <a:pt x="343501" y="196873"/>
                  </a:lnTo>
                  <a:lnTo>
                    <a:pt x="309360" y="226218"/>
                  </a:lnTo>
                  <a:lnTo>
                    <a:pt x="276662" y="257269"/>
                  </a:lnTo>
                  <a:lnTo>
                    <a:pt x="245469" y="289962"/>
                  </a:lnTo>
                  <a:lnTo>
                    <a:pt x="215842" y="324232"/>
                  </a:lnTo>
                  <a:lnTo>
                    <a:pt x="187842" y="360014"/>
                  </a:lnTo>
                  <a:lnTo>
                    <a:pt x="161533" y="397244"/>
                  </a:lnTo>
                  <a:lnTo>
                    <a:pt x="136974" y="435857"/>
                  </a:lnTo>
                  <a:lnTo>
                    <a:pt x="114227" y="475789"/>
                  </a:lnTo>
                  <a:lnTo>
                    <a:pt x="93355" y="516976"/>
                  </a:lnTo>
                  <a:lnTo>
                    <a:pt x="74419" y="559352"/>
                  </a:lnTo>
                  <a:lnTo>
                    <a:pt x="57480" y="602853"/>
                  </a:lnTo>
                  <a:lnTo>
                    <a:pt x="42599" y="647416"/>
                  </a:lnTo>
                  <a:lnTo>
                    <a:pt x="29839" y="692974"/>
                  </a:lnTo>
                  <a:lnTo>
                    <a:pt x="19261" y="739464"/>
                  </a:lnTo>
                  <a:lnTo>
                    <a:pt x="10926" y="786821"/>
                  </a:lnTo>
                  <a:lnTo>
                    <a:pt x="4897" y="834981"/>
                  </a:lnTo>
                  <a:lnTo>
                    <a:pt x="1234" y="883878"/>
                  </a:lnTo>
                  <a:lnTo>
                    <a:pt x="0" y="933450"/>
                  </a:lnTo>
                  <a:lnTo>
                    <a:pt x="1234" y="983021"/>
                  </a:lnTo>
                  <a:lnTo>
                    <a:pt x="4897" y="1031918"/>
                  </a:lnTo>
                  <a:lnTo>
                    <a:pt x="10926" y="1080078"/>
                  </a:lnTo>
                  <a:lnTo>
                    <a:pt x="19261" y="1127435"/>
                  </a:lnTo>
                  <a:lnTo>
                    <a:pt x="29839" y="1173925"/>
                  </a:lnTo>
                  <a:lnTo>
                    <a:pt x="42599" y="1219483"/>
                  </a:lnTo>
                  <a:lnTo>
                    <a:pt x="57480" y="1264046"/>
                  </a:lnTo>
                  <a:lnTo>
                    <a:pt x="74419" y="1307547"/>
                  </a:lnTo>
                  <a:lnTo>
                    <a:pt x="93355" y="1349923"/>
                  </a:lnTo>
                  <a:lnTo>
                    <a:pt x="114227" y="1391110"/>
                  </a:lnTo>
                  <a:lnTo>
                    <a:pt x="136974" y="1431042"/>
                  </a:lnTo>
                  <a:lnTo>
                    <a:pt x="161533" y="1469655"/>
                  </a:lnTo>
                  <a:lnTo>
                    <a:pt x="187842" y="1506885"/>
                  </a:lnTo>
                  <a:lnTo>
                    <a:pt x="215842" y="1542667"/>
                  </a:lnTo>
                  <a:lnTo>
                    <a:pt x="245469" y="1576937"/>
                  </a:lnTo>
                  <a:lnTo>
                    <a:pt x="276662" y="1609630"/>
                  </a:lnTo>
                  <a:lnTo>
                    <a:pt x="309360" y="1640681"/>
                  </a:lnTo>
                  <a:lnTo>
                    <a:pt x="343501" y="1670026"/>
                  </a:lnTo>
                  <a:lnTo>
                    <a:pt x="379024" y="1697600"/>
                  </a:lnTo>
                  <a:lnTo>
                    <a:pt x="415867" y="1723340"/>
                  </a:lnTo>
                  <a:lnTo>
                    <a:pt x="453968" y="1747179"/>
                  </a:lnTo>
                  <a:lnTo>
                    <a:pt x="493266" y="1769055"/>
                  </a:lnTo>
                  <a:lnTo>
                    <a:pt x="533700" y="1788902"/>
                  </a:lnTo>
                  <a:lnTo>
                    <a:pt x="575207" y="1806656"/>
                  </a:lnTo>
                  <a:lnTo>
                    <a:pt x="617726" y="1822251"/>
                  </a:lnTo>
                  <a:lnTo>
                    <a:pt x="661196" y="1835625"/>
                  </a:lnTo>
                  <a:lnTo>
                    <a:pt x="705555" y="1846712"/>
                  </a:lnTo>
                  <a:lnTo>
                    <a:pt x="750742" y="1855447"/>
                  </a:lnTo>
                  <a:lnTo>
                    <a:pt x="796694" y="1861767"/>
                  </a:lnTo>
                  <a:lnTo>
                    <a:pt x="843351" y="1865605"/>
                  </a:lnTo>
                  <a:lnTo>
                    <a:pt x="890651" y="1866900"/>
                  </a:lnTo>
                  <a:lnTo>
                    <a:pt x="937938" y="1865605"/>
                  </a:lnTo>
                  <a:lnTo>
                    <a:pt x="984584" y="1861767"/>
                  </a:lnTo>
                  <a:lnTo>
                    <a:pt x="1030526" y="1855447"/>
                  </a:lnTo>
                  <a:lnTo>
                    <a:pt x="1075703" y="1846712"/>
                  </a:lnTo>
                  <a:lnTo>
                    <a:pt x="1120053" y="1835625"/>
                  </a:lnTo>
                  <a:lnTo>
                    <a:pt x="1163514" y="1822251"/>
                  </a:lnTo>
                  <a:lnTo>
                    <a:pt x="1206026" y="1806656"/>
                  </a:lnTo>
                  <a:lnTo>
                    <a:pt x="1247526" y="1788902"/>
                  </a:lnTo>
                  <a:lnTo>
                    <a:pt x="1287953" y="1769055"/>
                  </a:lnTo>
                  <a:lnTo>
                    <a:pt x="1327245" y="1747179"/>
                  </a:lnTo>
                  <a:lnTo>
                    <a:pt x="1365341" y="1723340"/>
                  </a:lnTo>
                  <a:lnTo>
                    <a:pt x="1402179" y="1697600"/>
                  </a:lnTo>
                  <a:lnTo>
                    <a:pt x="1437698" y="1670026"/>
                  </a:lnTo>
                  <a:lnTo>
                    <a:pt x="1471835" y="1640681"/>
                  </a:lnTo>
                  <a:lnTo>
                    <a:pt x="1504529" y="1609630"/>
                  </a:lnTo>
                  <a:lnTo>
                    <a:pt x="1535720" y="1576937"/>
                  </a:lnTo>
                  <a:lnTo>
                    <a:pt x="1565344" y="1542667"/>
                  </a:lnTo>
                  <a:lnTo>
                    <a:pt x="1593341" y="1506885"/>
                  </a:lnTo>
                  <a:lnTo>
                    <a:pt x="1619649" y="1469655"/>
                  </a:lnTo>
                  <a:lnTo>
                    <a:pt x="1644206" y="1431042"/>
                  </a:lnTo>
                  <a:lnTo>
                    <a:pt x="1666951" y="1391110"/>
                  </a:lnTo>
                  <a:lnTo>
                    <a:pt x="1687822" y="1349923"/>
                  </a:lnTo>
                  <a:lnTo>
                    <a:pt x="1706757" y="1307547"/>
                  </a:lnTo>
                  <a:lnTo>
                    <a:pt x="1723696" y="1264046"/>
                  </a:lnTo>
                  <a:lnTo>
                    <a:pt x="1738576" y="1219483"/>
                  </a:lnTo>
                  <a:lnTo>
                    <a:pt x="1751335" y="1173925"/>
                  </a:lnTo>
                  <a:lnTo>
                    <a:pt x="1761913" y="1127435"/>
                  </a:lnTo>
                  <a:lnTo>
                    <a:pt x="1770248" y="1080078"/>
                  </a:lnTo>
                  <a:lnTo>
                    <a:pt x="1776277" y="1031918"/>
                  </a:lnTo>
                  <a:lnTo>
                    <a:pt x="1779940" y="983021"/>
                  </a:lnTo>
                  <a:lnTo>
                    <a:pt x="1781175" y="933450"/>
                  </a:lnTo>
                  <a:lnTo>
                    <a:pt x="1779940" y="883878"/>
                  </a:lnTo>
                  <a:lnTo>
                    <a:pt x="1776277" y="834981"/>
                  </a:lnTo>
                  <a:lnTo>
                    <a:pt x="1770248" y="786821"/>
                  </a:lnTo>
                  <a:lnTo>
                    <a:pt x="1761913" y="739464"/>
                  </a:lnTo>
                  <a:lnTo>
                    <a:pt x="1751335" y="692974"/>
                  </a:lnTo>
                  <a:lnTo>
                    <a:pt x="1738576" y="647416"/>
                  </a:lnTo>
                  <a:lnTo>
                    <a:pt x="1723696" y="602853"/>
                  </a:lnTo>
                  <a:lnTo>
                    <a:pt x="1706757" y="559352"/>
                  </a:lnTo>
                  <a:lnTo>
                    <a:pt x="1687822" y="516976"/>
                  </a:lnTo>
                  <a:lnTo>
                    <a:pt x="1666951" y="475789"/>
                  </a:lnTo>
                  <a:lnTo>
                    <a:pt x="1644206" y="435857"/>
                  </a:lnTo>
                  <a:lnTo>
                    <a:pt x="1619649" y="397244"/>
                  </a:lnTo>
                  <a:lnTo>
                    <a:pt x="1593341" y="360014"/>
                  </a:lnTo>
                  <a:lnTo>
                    <a:pt x="1565344" y="324232"/>
                  </a:lnTo>
                  <a:lnTo>
                    <a:pt x="1535720" y="289962"/>
                  </a:lnTo>
                  <a:lnTo>
                    <a:pt x="1504529" y="257269"/>
                  </a:lnTo>
                  <a:lnTo>
                    <a:pt x="1471835" y="226218"/>
                  </a:lnTo>
                  <a:lnTo>
                    <a:pt x="1437698" y="196873"/>
                  </a:lnTo>
                  <a:lnTo>
                    <a:pt x="1402179" y="169299"/>
                  </a:lnTo>
                  <a:lnTo>
                    <a:pt x="1365341" y="143559"/>
                  </a:lnTo>
                  <a:lnTo>
                    <a:pt x="1327245" y="119720"/>
                  </a:lnTo>
                  <a:lnTo>
                    <a:pt x="1287953" y="97844"/>
                  </a:lnTo>
                  <a:lnTo>
                    <a:pt x="1247526" y="77997"/>
                  </a:lnTo>
                  <a:lnTo>
                    <a:pt x="1206026" y="60243"/>
                  </a:lnTo>
                  <a:lnTo>
                    <a:pt x="1163514" y="44648"/>
                  </a:lnTo>
                  <a:lnTo>
                    <a:pt x="1120053" y="31274"/>
                  </a:lnTo>
                  <a:lnTo>
                    <a:pt x="1075703" y="20187"/>
                  </a:lnTo>
                  <a:lnTo>
                    <a:pt x="1030526" y="11452"/>
                  </a:lnTo>
                  <a:lnTo>
                    <a:pt x="984584" y="5132"/>
                  </a:lnTo>
                  <a:lnTo>
                    <a:pt x="937938" y="1294"/>
                  </a:lnTo>
                  <a:lnTo>
                    <a:pt x="8906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67775" y="171449"/>
              <a:ext cx="1781175" cy="1866900"/>
            </a:xfrm>
            <a:custGeom>
              <a:avLst/>
              <a:gdLst/>
              <a:ahLst/>
              <a:cxnLst/>
              <a:rect l="l" t="t" r="r" b="b"/>
              <a:pathLst>
                <a:path w="1781175" h="1866900">
                  <a:moveTo>
                    <a:pt x="0" y="933450"/>
                  </a:moveTo>
                  <a:lnTo>
                    <a:pt x="1234" y="883878"/>
                  </a:lnTo>
                  <a:lnTo>
                    <a:pt x="4897" y="834981"/>
                  </a:lnTo>
                  <a:lnTo>
                    <a:pt x="10926" y="786821"/>
                  </a:lnTo>
                  <a:lnTo>
                    <a:pt x="19261" y="739464"/>
                  </a:lnTo>
                  <a:lnTo>
                    <a:pt x="29839" y="692974"/>
                  </a:lnTo>
                  <a:lnTo>
                    <a:pt x="42599" y="647416"/>
                  </a:lnTo>
                  <a:lnTo>
                    <a:pt x="57480" y="602853"/>
                  </a:lnTo>
                  <a:lnTo>
                    <a:pt x="74419" y="559352"/>
                  </a:lnTo>
                  <a:lnTo>
                    <a:pt x="93355" y="516976"/>
                  </a:lnTo>
                  <a:lnTo>
                    <a:pt x="114227" y="475789"/>
                  </a:lnTo>
                  <a:lnTo>
                    <a:pt x="136974" y="435857"/>
                  </a:lnTo>
                  <a:lnTo>
                    <a:pt x="161533" y="397244"/>
                  </a:lnTo>
                  <a:lnTo>
                    <a:pt x="187842" y="360014"/>
                  </a:lnTo>
                  <a:lnTo>
                    <a:pt x="215842" y="324232"/>
                  </a:lnTo>
                  <a:lnTo>
                    <a:pt x="245469" y="289962"/>
                  </a:lnTo>
                  <a:lnTo>
                    <a:pt x="276662" y="257269"/>
                  </a:lnTo>
                  <a:lnTo>
                    <a:pt x="309360" y="226218"/>
                  </a:lnTo>
                  <a:lnTo>
                    <a:pt x="343501" y="196873"/>
                  </a:lnTo>
                  <a:lnTo>
                    <a:pt x="379024" y="169299"/>
                  </a:lnTo>
                  <a:lnTo>
                    <a:pt x="415867" y="143559"/>
                  </a:lnTo>
                  <a:lnTo>
                    <a:pt x="453968" y="119720"/>
                  </a:lnTo>
                  <a:lnTo>
                    <a:pt x="493266" y="97844"/>
                  </a:lnTo>
                  <a:lnTo>
                    <a:pt x="533700" y="77997"/>
                  </a:lnTo>
                  <a:lnTo>
                    <a:pt x="575207" y="60243"/>
                  </a:lnTo>
                  <a:lnTo>
                    <a:pt x="617726" y="44648"/>
                  </a:lnTo>
                  <a:lnTo>
                    <a:pt x="661196" y="31274"/>
                  </a:lnTo>
                  <a:lnTo>
                    <a:pt x="705555" y="20187"/>
                  </a:lnTo>
                  <a:lnTo>
                    <a:pt x="750742" y="11452"/>
                  </a:lnTo>
                  <a:lnTo>
                    <a:pt x="796694" y="5132"/>
                  </a:lnTo>
                  <a:lnTo>
                    <a:pt x="843351" y="1294"/>
                  </a:lnTo>
                  <a:lnTo>
                    <a:pt x="890651" y="0"/>
                  </a:lnTo>
                  <a:lnTo>
                    <a:pt x="937938" y="1294"/>
                  </a:lnTo>
                  <a:lnTo>
                    <a:pt x="984584" y="5132"/>
                  </a:lnTo>
                  <a:lnTo>
                    <a:pt x="1030526" y="11452"/>
                  </a:lnTo>
                  <a:lnTo>
                    <a:pt x="1075703" y="20187"/>
                  </a:lnTo>
                  <a:lnTo>
                    <a:pt x="1120053" y="31274"/>
                  </a:lnTo>
                  <a:lnTo>
                    <a:pt x="1163514" y="44648"/>
                  </a:lnTo>
                  <a:lnTo>
                    <a:pt x="1206026" y="60243"/>
                  </a:lnTo>
                  <a:lnTo>
                    <a:pt x="1247526" y="77997"/>
                  </a:lnTo>
                  <a:lnTo>
                    <a:pt x="1287953" y="97844"/>
                  </a:lnTo>
                  <a:lnTo>
                    <a:pt x="1327245" y="119720"/>
                  </a:lnTo>
                  <a:lnTo>
                    <a:pt x="1365341" y="143559"/>
                  </a:lnTo>
                  <a:lnTo>
                    <a:pt x="1402179" y="169299"/>
                  </a:lnTo>
                  <a:lnTo>
                    <a:pt x="1437698" y="196873"/>
                  </a:lnTo>
                  <a:lnTo>
                    <a:pt x="1471835" y="226218"/>
                  </a:lnTo>
                  <a:lnTo>
                    <a:pt x="1504529" y="257269"/>
                  </a:lnTo>
                  <a:lnTo>
                    <a:pt x="1535720" y="289962"/>
                  </a:lnTo>
                  <a:lnTo>
                    <a:pt x="1565344" y="324232"/>
                  </a:lnTo>
                  <a:lnTo>
                    <a:pt x="1593341" y="360014"/>
                  </a:lnTo>
                  <a:lnTo>
                    <a:pt x="1619649" y="397244"/>
                  </a:lnTo>
                  <a:lnTo>
                    <a:pt x="1644206" y="435857"/>
                  </a:lnTo>
                  <a:lnTo>
                    <a:pt x="1666951" y="475789"/>
                  </a:lnTo>
                  <a:lnTo>
                    <a:pt x="1687822" y="516976"/>
                  </a:lnTo>
                  <a:lnTo>
                    <a:pt x="1706757" y="559352"/>
                  </a:lnTo>
                  <a:lnTo>
                    <a:pt x="1723696" y="602853"/>
                  </a:lnTo>
                  <a:lnTo>
                    <a:pt x="1738576" y="647416"/>
                  </a:lnTo>
                  <a:lnTo>
                    <a:pt x="1751335" y="692974"/>
                  </a:lnTo>
                  <a:lnTo>
                    <a:pt x="1761913" y="739464"/>
                  </a:lnTo>
                  <a:lnTo>
                    <a:pt x="1770248" y="786821"/>
                  </a:lnTo>
                  <a:lnTo>
                    <a:pt x="1776277" y="834981"/>
                  </a:lnTo>
                  <a:lnTo>
                    <a:pt x="1779940" y="883878"/>
                  </a:lnTo>
                  <a:lnTo>
                    <a:pt x="1781175" y="933450"/>
                  </a:lnTo>
                  <a:lnTo>
                    <a:pt x="1779940" y="983021"/>
                  </a:lnTo>
                  <a:lnTo>
                    <a:pt x="1776277" y="1031918"/>
                  </a:lnTo>
                  <a:lnTo>
                    <a:pt x="1770248" y="1080078"/>
                  </a:lnTo>
                  <a:lnTo>
                    <a:pt x="1761913" y="1127435"/>
                  </a:lnTo>
                  <a:lnTo>
                    <a:pt x="1751335" y="1173925"/>
                  </a:lnTo>
                  <a:lnTo>
                    <a:pt x="1738576" y="1219483"/>
                  </a:lnTo>
                  <a:lnTo>
                    <a:pt x="1723696" y="1264046"/>
                  </a:lnTo>
                  <a:lnTo>
                    <a:pt x="1706757" y="1307547"/>
                  </a:lnTo>
                  <a:lnTo>
                    <a:pt x="1687822" y="1349923"/>
                  </a:lnTo>
                  <a:lnTo>
                    <a:pt x="1666951" y="1391110"/>
                  </a:lnTo>
                  <a:lnTo>
                    <a:pt x="1644206" y="1431042"/>
                  </a:lnTo>
                  <a:lnTo>
                    <a:pt x="1619649" y="1469655"/>
                  </a:lnTo>
                  <a:lnTo>
                    <a:pt x="1593341" y="1506885"/>
                  </a:lnTo>
                  <a:lnTo>
                    <a:pt x="1565344" y="1542667"/>
                  </a:lnTo>
                  <a:lnTo>
                    <a:pt x="1535720" y="1576937"/>
                  </a:lnTo>
                  <a:lnTo>
                    <a:pt x="1504529" y="1609630"/>
                  </a:lnTo>
                  <a:lnTo>
                    <a:pt x="1471835" y="1640681"/>
                  </a:lnTo>
                  <a:lnTo>
                    <a:pt x="1437698" y="1670026"/>
                  </a:lnTo>
                  <a:lnTo>
                    <a:pt x="1402179" y="1697600"/>
                  </a:lnTo>
                  <a:lnTo>
                    <a:pt x="1365341" y="1723340"/>
                  </a:lnTo>
                  <a:lnTo>
                    <a:pt x="1327245" y="1747179"/>
                  </a:lnTo>
                  <a:lnTo>
                    <a:pt x="1287953" y="1769055"/>
                  </a:lnTo>
                  <a:lnTo>
                    <a:pt x="1247526" y="1788902"/>
                  </a:lnTo>
                  <a:lnTo>
                    <a:pt x="1206026" y="1806656"/>
                  </a:lnTo>
                  <a:lnTo>
                    <a:pt x="1163514" y="1822251"/>
                  </a:lnTo>
                  <a:lnTo>
                    <a:pt x="1120053" y="1835625"/>
                  </a:lnTo>
                  <a:lnTo>
                    <a:pt x="1075703" y="1846712"/>
                  </a:lnTo>
                  <a:lnTo>
                    <a:pt x="1030526" y="1855447"/>
                  </a:lnTo>
                  <a:lnTo>
                    <a:pt x="984584" y="1861767"/>
                  </a:lnTo>
                  <a:lnTo>
                    <a:pt x="937938" y="1865605"/>
                  </a:lnTo>
                  <a:lnTo>
                    <a:pt x="890651" y="1866900"/>
                  </a:lnTo>
                  <a:lnTo>
                    <a:pt x="843351" y="1865605"/>
                  </a:lnTo>
                  <a:lnTo>
                    <a:pt x="796694" y="1861767"/>
                  </a:lnTo>
                  <a:lnTo>
                    <a:pt x="750742" y="1855447"/>
                  </a:lnTo>
                  <a:lnTo>
                    <a:pt x="705555" y="1846712"/>
                  </a:lnTo>
                  <a:lnTo>
                    <a:pt x="661196" y="1835625"/>
                  </a:lnTo>
                  <a:lnTo>
                    <a:pt x="617726" y="1822251"/>
                  </a:lnTo>
                  <a:lnTo>
                    <a:pt x="575207" y="1806656"/>
                  </a:lnTo>
                  <a:lnTo>
                    <a:pt x="533700" y="1788902"/>
                  </a:lnTo>
                  <a:lnTo>
                    <a:pt x="493266" y="1769055"/>
                  </a:lnTo>
                  <a:lnTo>
                    <a:pt x="453968" y="1747179"/>
                  </a:lnTo>
                  <a:lnTo>
                    <a:pt x="415867" y="1723340"/>
                  </a:lnTo>
                  <a:lnTo>
                    <a:pt x="379024" y="1697600"/>
                  </a:lnTo>
                  <a:lnTo>
                    <a:pt x="343501" y="1670026"/>
                  </a:lnTo>
                  <a:lnTo>
                    <a:pt x="309360" y="1640681"/>
                  </a:lnTo>
                  <a:lnTo>
                    <a:pt x="276662" y="1609630"/>
                  </a:lnTo>
                  <a:lnTo>
                    <a:pt x="245469" y="1576937"/>
                  </a:lnTo>
                  <a:lnTo>
                    <a:pt x="215842" y="1542667"/>
                  </a:lnTo>
                  <a:lnTo>
                    <a:pt x="187842" y="1506885"/>
                  </a:lnTo>
                  <a:lnTo>
                    <a:pt x="161533" y="1469655"/>
                  </a:lnTo>
                  <a:lnTo>
                    <a:pt x="136974" y="1431042"/>
                  </a:lnTo>
                  <a:lnTo>
                    <a:pt x="114227" y="1391110"/>
                  </a:lnTo>
                  <a:lnTo>
                    <a:pt x="93355" y="1349923"/>
                  </a:lnTo>
                  <a:lnTo>
                    <a:pt x="74419" y="1307547"/>
                  </a:lnTo>
                  <a:lnTo>
                    <a:pt x="57480" y="1264046"/>
                  </a:lnTo>
                  <a:lnTo>
                    <a:pt x="42599" y="1219483"/>
                  </a:lnTo>
                  <a:lnTo>
                    <a:pt x="29839" y="1173925"/>
                  </a:lnTo>
                  <a:lnTo>
                    <a:pt x="19261" y="1127435"/>
                  </a:lnTo>
                  <a:lnTo>
                    <a:pt x="10926" y="1080078"/>
                  </a:lnTo>
                  <a:lnTo>
                    <a:pt x="4897" y="1031918"/>
                  </a:lnTo>
                  <a:lnTo>
                    <a:pt x="1234" y="983021"/>
                  </a:lnTo>
                  <a:lnTo>
                    <a:pt x="0" y="933450"/>
                  </a:lnTo>
                  <a:close/>
                </a:path>
              </a:pathLst>
            </a:custGeom>
            <a:ln w="19050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600" y="123697"/>
              <a:ext cx="2347976" cy="301472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92186" y="2122106"/>
            <a:ext cx="6856413" cy="10573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Trebuchet MS"/>
                <a:cs typeface="Trebuchet MS"/>
              </a:rPr>
              <a:t>Web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Development</a:t>
            </a:r>
            <a:r>
              <a:rPr sz="2000" b="1" spc="-8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Internship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at</a:t>
            </a:r>
            <a:r>
              <a:rPr sz="2000" b="1" spc="-2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Raj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Multimedia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Education</a:t>
            </a:r>
            <a:endParaRPr sz="2000" dirty="0">
              <a:latin typeface="Trebuchet MS"/>
              <a:cs typeface="Trebuchet MS"/>
            </a:endParaRPr>
          </a:p>
          <a:p>
            <a:pPr marL="23495">
              <a:lnSpc>
                <a:spcPct val="100000"/>
              </a:lnSpc>
              <a:spcBef>
                <a:spcPts val="1415"/>
              </a:spcBef>
            </a:pP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GrowPlant</a:t>
            </a:r>
            <a:r>
              <a:rPr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404040"/>
                </a:solidFill>
                <a:latin typeface="Trebuchet MS"/>
                <a:cs typeface="Trebuchet MS"/>
              </a:rPr>
              <a:t>Provides</a:t>
            </a:r>
            <a:r>
              <a:rPr spc="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expert</a:t>
            </a:r>
            <a:r>
              <a:rPr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planting,</a:t>
            </a:r>
            <a:r>
              <a:rPr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care,</a:t>
            </a:r>
            <a:r>
              <a:rPr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research</a:t>
            </a:r>
            <a:r>
              <a:rPr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sales</a:t>
            </a:r>
            <a:r>
              <a:rPr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healthy</a:t>
            </a:r>
            <a:r>
              <a:rPr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trees</a:t>
            </a:r>
            <a:r>
              <a:rPr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lang="en-US" spc="-25" dirty="0"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plants</a:t>
            </a:r>
            <a:r>
              <a:rPr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rgbClr val="404040"/>
                </a:solidFill>
                <a:latin typeface="Trebuchet MS"/>
                <a:cs typeface="Trebuchet MS"/>
              </a:rPr>
              <a:t>create</a:t>
            </a:r>
            <a:r>
              <a:rPr spc="-20" dirty="0">
                <a:solidFill>
                  <a:srgbClr val="404040"/>
                </a:solidFill>
                <a:latin typeface="Trebuchet MS"/>
                <a:cs typeface="Trebuchet MS"/>
              </a:rPr>
              <a:t> greener,</a:t>
            </a:r>
            <a:r>
              <a:rPr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404040"/>
                </a:solidFill>
                <a:latin typeface="Trebuchet MS"/>
                <a:cs typeface="Trebuchet MS"/>
              </a:rPr>
              <a:t>sustainable</a:t>
            </a:r>
            <a:r>
              <a:rPr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rgbClr val="404040"/>
                </a:solidFill>
                <a:latin typeface="Trebuchet MS"/>
                <a:cs typeface="Trebuchet MS"/>
              </a:rPr>
              <a:t>places</a:t>
            </a:r>
            <a:r>
              <a:rPr lang="en-US" sz="16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8389" y="3707625"/>
            <a:ext cx="3825240" cy="1739579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205"/>
              </a:spcBef>
              <a:buClr>
                <a:srgbClr val="92D050"/>
              </a:buClr>
              <a:buFont typeface="Wingdings"/>
              <a:buChar char=""/>
              <a:tabLst>
                <a:tab pos="297815" algn="l"/>
              </a:tabLst>
            </a:pPr>
            <a:r>
              <a:rPr sz="2000" spc="-10" dirty="0">
                <a:solidFill>
                  <a:schemeClr val="tx1"/>
                </a:solidFill>
                <a:latin typeface="Trebuchet MS"/>
                <a:cs typeface="Trebuchet MS"/>
              </a:rPr>
              <a:t>Personal</a:t>
            </a:r>
            <a:r>
              <a:rPr sz="2000" spc="-7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Trebuchet MS"/>
                <a:cs typeface="Trebuchet MS"/>
              </a:rPr>
              <a:t>Details</a:t>
            </a:r>
            <a:r>
              <a:rPr sz="1600" spc="-10" dirty="0">
                <a:solidFill>
                  <a:schemeClr val="tx1"/>
                </a:solidFill>
                <a:latin typeface="Trebuchet MS"/>
                <a:cs typeface="Trebuchet MS"/>
              </a:rPr>
              <a:t>.</a:t>
            </a:r>
            <a:endParaRPr sz="16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363855" lvl="1" indent="-285115">
              <a:lnSpc>
                <a:spcPct val="100000"/>
              </a:lnSpc>
              <a:spcBef>
                <a:spcPts val="900"/>
              </a:spcBef>
              <a:buClr>
                <a:srgbClr val="92D050"/>
              </a:buClr>
              <a:buFont typeface="Arial"/>
              <a:buChar char="•"/>
              <a:tabLst>
                <a:tab pos="363855" algn="l"/>
              </a:tabLst>
            </a:pP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Intern</a:t>
            </a:r>
            <a:r>
              <a:rPr spc="-1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Name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:</a:t>
            </a:r>
            <a:r>
              <a:rPr spc="1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Jenish</a:t>
            </a:r>
            <a:r>
              <a:rPr spc="-8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Bhalani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363855" lvl="1" indent="-285115">
              <a:lnSpc>
                <a:spcPts val="1664"/>
              </a:lnSpc>
              <a:spcBef>
                <a:spcPts val="50"/>
              </a:spcBef>
              <a:buClr>
                <a:srgbClr val="92D050"/>
              </a:buClr>
              <a:buFont typeface="Arial"/>
              <a:buChar char="•"/>
              <a:tabLst>
                <a:tab pos="363855" algn="l"/>
              </a:tabLst>
            </a:pP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Roll</a:t>
            </a:r>
            <a:r>
              <a:rPr spc="-2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No.</a:t>
            </a:r>
            <a:r>
              <a:rPr spc="-5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:</a:t>
            </a:r>
            <a:r>
              <a:rPr spc="3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chemeClr val="tx1"/>
                </a:solidFill>
                <a:latin typeface="Trebuchet MS"/>
                <a:cs typeface="Trebuchet MS"/>
              </a:rPr>
              <a:t>13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363855" lvl="1" indent="-285115">
              <a:lnSpc>
                <a:spcPts val="1655"/>
              </a:lnSpc>
              <a:buClr>
                <a:srgbClr val="92D050"/>
              </a:buClr>
              <a:buFont typeface="Arial"/>
              <a:buChar char="•"/>
              <a:tabLst>
                <a:tab pos="363855" algn="l"/>
              </a:tabLst>
            </a:pP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Mentor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Name :</a:t>
            </a:r>
            <a:r>
              <a:rPr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Bajarang</a:t>
            </a:r>
            <a:r>
              <a:rPr spc="-1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25" dirty="0">
                <a:solidFill>
                  <a:schemeClr val="tx1"/>
                </a:solidFill>
                <a:latin typeface="Trebuchet MS"/>
                <a:cs typeface="Trebuchet MS"/>
              </a:rPr>
              <a:t>sir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363855" lvl="1" indent="-285115">
              <a:lnSpc>
                <a:spcPts val="1664"/>
              </a:lnSpc>
              <a:buClr>
                <a:srgbClr val="92D050"/>
              </a:buClr>
              <a:buFont typeface="Arial"/>
              <a:buChar char="•"/>
              <a:tabLst>
                <a:tab pos="363855" algn="l"/>
              </a:tabLst>
            </a:pP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Company</a:t>
            </a:r>
            <a:r>
              <a:rPr spc="-2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Name</a:t>
            </a:r>
            <a:r>
              <a:rPr spc="-2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:</a:t>
            </a:r>
            <a:r>
              <a:rPr spc="-6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Raj</a:t>
            </a:r>
            <a:r>
              <a:rPr spc="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Multimedia 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Education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2A83A3A-DF4C-0586-30DB-ADE6405A208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IN" b="1" spc="-50" dirty="0">
                <a:solidFill>
                  <a:srgbClr val="585858"/>
                </a:solidFill>
                <a:latin typeface="Trebuchet MS"/>
                <a:cs typeface="Trebuchet MS"/>
              </a:rPr>
              <a:t>● </a:t>
            </a:r>
            <a:r>
              <a:rPr lang="en-IN" dirty="0"/>
              <a:t>Presented by Jenish Bhalani </a:t>
            </a:r>
            <a:r>
              <a:rPr lang="en-IN" b="1" spc="-50" dirty="0">
                <a:solidFill>
                  <a:srgbClr val="585858"/>
                </a:solidFill>
                <a:latin typeface="Trebuchet MS"/>
                <a:cs typeface="Trebuchet MS"/>
              </a:rPr>
              <a:t>●</a:t>
            </a:r>
            <a:endParaRPr lang="en-IN" dirty="0"/>
          </a:p>
        </p:txBody>
      </p:sp>
      <p:pic>
        <p:nvPicPr>
          <p:cNvPr id="21" name="Graphic 20" descr="Deciduous tree with solid fill">
            <a:extLst>
              <a:ext uri="{FF2B5EF4-FFF2-40B4-BE49-F238E27FC236}">
                <a16:creationId xmlns:a16="http://schemas.microsoft.com/office/drawing/2014/main" id="{FBE73FCC-6A41-6425-27FB-8060401C6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2750" y="802216"/>
            <a:ext cx="1216518" cy="1149202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60000" endPos="30000" dir="5400000" sy="-100000" algn="bl" rotWithShape="0"/>
          </a:effec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C6B1C3A-82B0-306F-F196-7CAD08D7885C}"/>
              </a:ext>
            </a:extLst>
          </p:cNvPr>
          <p:cNvSpPr/>
          <p:nvPr/>
        </p:nvSpPr>
        <p:spPr>
          <a:xfrm>
            <a:off x="-76200" y="1048425"/>
            <a:ext cx="5459963" cy="1055306"/>
          </a:xfrm>
          <a:prstGeom prst="rect">
            <a:avLst/>
          </a:prstGeom>
          <a:noFill/>
          <a:ln>
            <a:noFill/>
          </a:ln>
          <a:effectLst>
            <a:outerShdw blurRad="50800" dist="38100" algn="l" rotWithShape="0">
              <a:srgbClr val="91C125">
                <a:alpha val="83922"/>
              </a:srgbClr>
            </a:outerShdw>
            <a:reflection blurRad="6350" stA="50000" endA="300" endPos="58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90C225"/>
                </a:solidFill>
                <a:latin typeface="Trebuchet MS" panose="020B0603020202020204" pitchFamily="34" charset="0"/>
              </a:rPr>
              <a:t> Grow    </a:t>
            </a:r>
            <a:r>
              <a:rPr lang="en-US" sz="6000" b="1" dirty="0">
                <a:solidFill>
                  <a:schemeClr val="bg2"/>
                </a:solidFill>
                <a:latin typeface="Trebuchet MS" panose="020B0603020202020204" pitchFamily="34" charset="0"/>
              </a:rPr>
              <a:t> </a:t>
            </a:r>
            <a:r>
              <a:rPr lang="en-US" sz="6000" dirty="0">
                <a:solidFill>
                  <a:srgbClr val="90C225"/>
                </a:solidFill>
                <a:latin typeface="Trebuchet MS" panose="020B0603020202020204" pitchFamily="34" charset="0"/>
              </a:rPr>
              <a:t>lant</a:t>
            </a:r>
            <a:endParaRPr lang="en-IN" sz="6000" dirty="0">
              <a:solidFill>
                <a:srgbClr val="90C225"/>
              </a:solidFill>
              <a:latin typeface="Trebuchet MS" panose="020B0603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587555-3B66-95D9-BBB6-DC88710B6BE2}"/>
              </a:ext>
            </a:extLst>
          </p:cNvPr>
          <p:cNvSpPr/>
          <p:nvPr/>
        </p:nvSpPr>
        <p:spPr>
          <a:xfrm>
            <a:off x="2335455" y="628242"/>
            <a:ext cx="1601003" cy="17395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500" dirty="0">
                <a:solidFill>
                  <a:schemeClr val="tx1">
                    <a:lumMod val="50000"/>
                    <a:lumOff val="50000"/>
                    <a:alpha val="20000"/>
                  </a:schemeClr>
                </a:solidFill>
                <a:latin typeface="Trebuchet MS" panose="020B0603020202020204" pitchFamily="34" charset="0"/>
              </a:rPr>
              <a:t>P</a:t>
            </a:r>
            <a:endParaRPr lang="en-IN" sz="8500" dirty="0">
              <a:solidFill>
                <a:schemeClr val="tx1">
                  <a:lumMod val="50000"/>
                  <a:lumOff val="50000"/>
                  <a:alpha val="20000"/>
                </a:schemeClr>
              </a:solidFill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6265" y="643636"/>
            <a:ext cx="317500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Internship</a:t>
            </a:r>
            <a:r>
              <a:rPr spc="-80" dirty="0"/>
              <a:t> </a:t>
            </a:r>
            <a:r>
              <a:rPr spc="-20" dirty="0"/>
              <a:t>Info.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1830" y="1447482"/>
            <a:ext cx="6725920" cy="2064027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95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Name of Institute : Raj Multimedia Education </a:t>
            </a:r>
          </a:p>
          <a:p>
            <a:pPr marL="298450" indent="-285750">
              <a:lnSpc>
                <a:spcPct val="100000"/>
              </a:lnSpc>
              <a:spcBef>
                <a:spcPts val="1095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lang="en-US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Duration:</a:t>
            </a:r>
            <a:r>
              <a:rPr spc="-45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120</a:t>
            </a:r>
            <a:r>
              <a:rPr spc="-9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spc="-2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Hours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95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Lucida Sans Unicode"/>
              </a:rPr>
              <a:t>	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Domain:</a:t>
            </a:r>
            <a:r>
              <a:rPr spc="-65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Web</a:t>
            </a:r>
            <a:r>
              <a:rPr spc="-10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Development</a:t>
            </a:r>
            <a:r>
              <a:rPr spc="-105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&amp;</a:t>
            </a:r>
            <a:r>
              <a:rPr spc="-7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lang="en-US" spc="-7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Graphics </a:t>
            </a:r>
            <a:r>
              <a:rPr spc="-1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Designing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70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Lucida Sans Unicode"/>
              </a:rPr>
              <a:t>	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Department:</a:t>
            </a:r>
            <a:r>
              <a:rPr spc="-5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Ui</a:t>
            </a:r>
            <a:r>
              <a:rPr spc="-5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&amp;</a:t>
            </a:r>
            <a:r>
              <a:rPr spc="-5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spc="-25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Ux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90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Lucida Sans Unicode"/>
              </a:rPr>
              <a:t>	</a:t>
            </a:r>
            <a:r>
              <a:rPr spc="-1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Objective:</a:t>
            </a:r>
            <a:r>
              <a:rPr spc="-125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spc="-12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To</a:t>
            </a:r>
            <a:r>
              <a:rPr spc="-15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gain</a:t>
            </a:r>
            <a:r>
              <a:rPr spc="-7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practical</a:t>
            </a:r>
            <a:r>
              <a:rPr spc="-55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experience</a:t>
            </a:r>
            <a:r>
              <a:rPr spc="15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and</a:t>
            </a:r>
            <a:r>
              <a:rPr spc="-5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industry</a:t>
            </a:r>
            <a:r>
              <a:rPr spc="-35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 </a:t>
            </a:r>
            <a:r>
              <a:rPr spc="-10" dirty="0">
                <a:solidFill>
                  <a:schemeClr val="tx1"/>
                </a:solidFill>
                <a:latin typeface="Trebuchet MS" panose="020B0603020202020204" pitchFamily="34" charset="0"/>
                <a:cs typeface="Trebuchet MS"/>
              </a:rPr>
              <a:t>exposure</a:t>
            </a:r>
            <a:endParaRPr dirty="0">
              <a:solidFill>
                <a:schemeClr val="tx1"/>
              </a:solidFill>
              <a:latin typeface="Trebuchet MS" panose="020B0603020202020204" pitchFamily="34" charset="0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123697"/>
            <a:ext cx="2347976" cy="301472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3AE6D-557A-1F2E-3980-609D0E762D7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● Presented by Jenish Bhalani 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9468" rIns="0" bIns="0" rtlCol="0">
            <a:spAutoFit/>
          </a:bodyPr>
          <a:lstStyle/>
          <a:p>
            <a:pPr marL="370840" marR="5080">
              <a:lnSpc>
                <a:spcPct val="101699"/>
              </a:lnSpc>
              <a:spcBef>
                <a:spcPts val="60"/>
              </a:spcBef>
            </a:pPr>
            <a:r>
              <a:rPr sz="3200" b="1" dirty="0">
                <a:latin typeface="Trebuchet MS"/>
                <a:cs typeface="Trebuchet MS"/>
              </a:rPr>
              <a:t>ABOUT</a:t>
            </a:r>
            <a:r>
              <a:rPr sz="3200" b="1" spc="-13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THE</a:t>
            </a:r>
            <a:r>
              <a:rPr sz="3200" b="1" spc="-70" dirty="0">
                <a:latin typeface="Trebuchet MS"/>
                <a:cs typeface="Trebuchet MS"/>
              </a:rPr>
              <a:t> </a:t>
            </a:r>
            <a:r>
              <a:rPr sz="3200" b="1" spc="-30" dirty="0">
                <a:latin typeface="Trebuchet MS"/>
                <a:cs typeface="Trebuchet MS"/>
              </a:rPr>
              <a:t>COMPANY</a:t>
            </a:r>
            <a:r>
              <a:rPr sz="3200" b="1" spc="-15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—</a:t>
            </a:r>
            <a:r>
              <a:rPr sz="3200" b="1" spc="-5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Raj</a:t>
            </a:r>
            <a:r>
              <a:rPr sz="3200" b="1" spc="-90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Multimedia Education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602" y="2187257"/>
            <a:ext cx="8429625" cy="261129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6985" indent="-343535">
              <a:lnSpc>
                <a:spcPct val="100800"/>
              </a:lnSpc>
              <a:spcBef>
                <a:spcPts val="85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1800" dirty="0">
                <a:latin typeface="Trebuchet MS" panose="020B0603020202020204" pitchFamily="34" charset="0"/>
                <a:cs typeface="Trebuchet MS"/>
              </a:rPr>
              <a:t>Raj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Multimedia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Education</a:t>
            </a:r>
            <a:r>
              <a:rPr sz="1800" spc="-7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is</a:t>
            </a:r>
            <a:r>
              <a:rPr sz="1800" spc="-8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a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multimedia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training</a:t>
            </a:r>
            <a:r>
              <a:rPr sz="1800" spc="-6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institute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that</a:t>
            </a:r>
            <a:r>
              <a:rPr sz="1800" spc="-2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provides</a:t>
            </a:r>
            <a:r>
              <a:rPr sz="1800" spc="-8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spc="-25" dirty="0">
                <a:latin typeface="Trebuchet MS" panose="020B0603020202020204" pitchFamily="34" charset="0"/>
                <a:cs typeface="Trebuchet MS"/>
              </a:rPr>
              <a:t>IT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and</a:t>
            </a:r>
            <a:r>
              <a:rPr sz="1800" spc="-3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digital</a:t>
            </a:r>
            <a:r>
              <a:rPr sz="1800" spc="-4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skills</a:t>
            </a:r>
            <a:r>
              <a:rPr sz="1800" spc="-5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spc="-10" dirty="0">
                <a:latin typeface="Trebuchet MS" panose="020B0603020202020204" pitchFamily="34" charset="0"/>
                <a:cs typeface="Trebuchet MS"/>
              </a:rPr>
              <a:t>training.</a:t>
            </a:r>
            <a:endParaRPr sz="1800" dirty="0">
              <a:latin typeface="Trebuchet MS" panose="020B0603020202020204" pitchFamily="34" charset="0"/>
              <a:cs typeface="Trebuchet MS"/>
            </a:endParaRPr>
          </a:p>
          <a:p>
            <a:pPr marL="355600" marR="589280" indent="-343535">
              <a:lnSpc>
                <a:spcPct val="100800"/>
              </a:lnSpc>
              <a:spcBef>
                <a:spcPts val="975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1800" dirty="0">
                <a:latin typeface="Trebuchet MS" panose="020B0603020202020204" pitchFamily="34" charset="0"/>
                <a:cs typeface="Trebuchet MS"/>
              </a:rPr>
              <a:t>The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institute</a:t>
            </a:r>
            <a:r>
              <a:rPr sz="1800" spc="-4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offers</a:t>
            </a:r>
            <a:r>
              <a:rPr sz="1800" spc="-8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courses</a:t>
            </a:r>
            <a:r>
              <a:rPr sz="1800" spc="-8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such</a:t>
            </a:r>
            <a:r>
              <a:rPr sz="1800" spc="-7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as</a:t>
            </a:r>
            <a:r>
              <a:rPr sz="1800" spc="-1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web</a:t>
            </a:r>
            <a:r>
              <a:rPr sz="1800" spc="1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design,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graphic</a:t>
            </a:r>
            <a:r>
              <a:rPr sz="1800" spc="-8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design,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spc="-10" dirty="0">
                <a:latin typeface="Trebuchet MS" panose="020B0603020202020204" pitchFamily="34" charset="0"/>
                <a:cs typeface="Trebuchet MS"/>
              </a:rPr>
              <a:t>video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editing,</a:t>
            </a:r>
            <a:r>
              <a:rPr sz="1800" spc="-5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UI/UX,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and</a:t>
            </a:r>
            <a:r>
              <a:rPr sz="1800" spc="-5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digital</a:t>
            </a:r>
            <a:r>
              <a:rPr sz="1800" spc="-5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spc="-10" dirty="0">
                <a:latin typeface="Trebuchet MS" panose="020B0603020202020204" pitchFamily="34" charset="0"/>
                <a:cs typeface="Trebuchet MS"/>
              </a:rPr>
              <a:t>marketing.</a:t>
            </a:r>
            <a:endParaRPr sz="1800" dirty="0">
              <a:latin typeface="Trebuchet MS" panose="020B0603020202020204" pitchFamily="34" charset="0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95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1400" dirty="0">
                <a:solidFill>
                  <a:srgbClr val="90C225"/>
                </a:solidFill>
                <a:latin typeface="Trebuchet MS" panose="020B0603020202020204" pitchFamily="34" charset="0"/>
                <a:cs typeface="Lucida Sans Unicode"/>
              </a:rPr>
              <a:t>	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The</a:t>
            </a:r>
            <a:r>
              <a:rPr sz="1800" spc="-5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spc="-20" dirty="0">
                <a:latin typeface="Trebuchet MS" panose="020B0603020202020204" pitchFamily="34" charset="0"/>
                <a:cs typeface="Trebuchet MS"/>
              </a:rPr>
              <a:t>company’s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mission</a:t>
            </a:r>
            <a:r>
              <a:rPr sz="1800" spc="-7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is</a:t>
            </a:r>
            <a:r>
              <a:rPr sz="1800" spc="-2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to</a:t>
            </a:r>
            <a:r>
              <a:rPr sz="1800" spc="-3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provide</a:t>
            </a:r>
            <a:r>
              <a:rPr sz="1800" spc="-5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students</a:t>
            </a:r>
            <a:r>
              <a:rPr sz="1800" spc="-2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with</a:t>
            </a:r>
            <a:r>
              <a:rPr sz="1800" spc="-8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practical</a:t>
            </a:r>
            <a:r>
              <a:rPr sz="1800" spc="-6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knowledge</a:t>
            </a:r>
            <a:r>
              <a:rPr sz="1800" spc="-5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spc="-25" dirty="0">
                <a:latin typeface="Trebuchet MS" panose="020B0603020202020204" pitchFamily="34" charset="0"/>
                <a:cs typeface="Trebuchet MS"/>
              </a:rPr>
              <a:t>and</a:t>
            </a:r>
            <a:endParaRPr sz="1800" dirty="0">
              <a:latin typeface="Trebuchet MS" panose="020B0603020202020204" pitchFamily="34" charset="0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20"/>
              </a:spcBef>
              <a:buClr>
                <a:srgbClr val="92D050"/>
              </a:buClr>
            </a:pPr>
            <a:r>
              <a:rPr sz="1800" dirty="0">
                <a:latin typeface="Trebuchet MS" panose="020B0603020202020204" pitchFamily="34" charset="0"/>
                <a:cs typeface="Trebuchet MS"/>
              </a:rPr>
              <a:t>career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spc="-10" dirty="0">
                <a:latin typeface="Trebuchet MS" panose="020B0603020202020204" pitchFamily="34" charset="0"/>
                <a:cs typeface="Trebuchet MS"/>
              </a:rPr>
              <a:t>opportunities.</a:t>
            </a:r>
            <a:endParaRPr sz="1800" dirty="0">
              <a:latin typeface="Trebuchet MS" panose="020B0603020202020204" pitchFamily="34" charset="0"/>
              <a:cs typeface="Trebuchet MS"/>
            </a:endParaRPr>
          </a:p>
          <a:p>
            <a:pPr marL="355600" marR="398145" indent="-343535">
              <a:lnSpc>
                <a:spcPct val="100899"/>
              </a:lnSpc>
              <a:spcBef>
                <a:spcPts val="969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sz="1800" dirty="0">
                <a:latin typeface="Trebuchet MS" panose="020B0603020202020204" pitchFamily="34" charset="0"/>
                <a:cs typeface="Trebuchet MS"/>
              </a:rPr>
              <a:t>Along</a:t>
            </a:r>
            <a:r>
              <a:rPr sz="1800" spc="-6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with</a:t>
            </a:r>
            <a:r>
              <a:rPr sz="1800" spc="-7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spc="-10" dirty="0">
                <a:latin typeface="Trebuchet MS" panose="020B0603020202020204" pitchFamily="34" charset="0"/>
                <a:cs typeface="Trebuchet MS"/>
              </a:rPr>
              <a:t>training,</a:t>
            </a:r>
            <a:r>
              <a:rPr sz="1800" spc="-5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job</a:t>
            </a:r>
            <a:r>
              <a:rPr sz="1800" spc="-6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assistance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and</a:t>
            </a:r>
            <a:r>
              <a:rPr sz="1800" spc="-50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recognized</a:t>
            </a:r>
            <a:r>
              <a:rPr sz="1800" spc="-5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certification</a:t>
            </a:r>
            <a:r>
              <a:rPr sz="1800" spc="-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dirty="0">
                <a:latin typeface="Trebuchet MS" panose="020B0603020202020204" pitchFamily="34" charset="0"/>
                <a:cs typeface="Trebuchet MS"/>
              </a:rPr>
              <a:t>are</a:t>
            </a:r>
            <a:r>
              <a:rPr sz="1800" spc="-45" dirty="0">
                <a:latin typeface="Trebuchet MS" panose="020B0603020202020204" pitchFamily="34" charset="0"/>
                <a:cs typeface="Trebuchet MS"/>
              </a:rPr>
              <a:t> </a:t>
            </a:r>
            <a:r>
              <a:rPr sz="1800" spc="-20" dirty="0">
                <a:latin typeface="Trebuchet MS" panose="020B0603020202020204" pitchFamily="34" charset="0"/>
                <a:cs typeface="Trebuchet MS"/>
              </a:rPr>
              <a:t>also </a:t>
            </a:r>
            <a:r>
              <a:rPr sz="1800" spc="-10" dirty="0">
                <a:latin typeface="Trebuchet MS" panose="020B0603020202020204" pitchFamily="34" charset="0"/>
                <a:cs typeface="Trebuchet MS"/>
              </a:rPr>
              <a:t>provided.</a:t>
            </a:r>
            <a:endParaRPr sz="1800" dirty="0">
              <a:latin typeface="Trebuchet MS" panose="020B0603020202020204" pitchFamily="34" charset="0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123697"/>
            <a:ext cx="2347976" cy="301472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CCB80-8505-3097-475B-47377F56CC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● Presented by Jenish Bhalani 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7675" y="533400"/>
            <a:ext cx="7882572" cy="891653"/>
          </a:xfrm>
          <a:prstGeom prst="rect">
            <a:avLst/>
          </a:prstGeom>
        </p:spPr>
        <p:txBody>
          <a:bodyPr vert="horz" wrap="square" lIns="0" tIns="334390" rIns="0" bIns="0" rtlCol="0">
            <a:spAutoFit/>
          </a:bodyPr>
          <a:lstStyle/>
          <a:p>
            <a:pPr marL="370840">
              <a:lnSpc>
                <a:spcPct val="100000"/>
              </a:lnSpc>
              <a:spcBef>
                <a:spcPts val="105"/>
              </a:spcBef>
            </a:pPr>
            <a:r>
              <a:rPr b="1" dirty="0"/>
              <a:t>WORK</a:t>
            </a:r>
            <a:r>
              <a:rPr b="1" spc="-35" dirty="0"/>
              <a:t> </a:t>
            </a:r>
            <a:r>
              <a:rPr b="1" dirty="0"/>
              <a:t>DONE</a:t>
            </a:r>
            <a:r>
              <a:rPr b="1" spc="-40" dirty="0"/>
              <a:t> </a:t>
            </a:r>
            <a:r>
              <a:rPr b="1" dirty="0"/>
              <a:t>DURING</a:t>
            </a:r>
            <a:r>
              <a:rPr b="1" spc="-25" dirty="0"/>
              <a:t> </a:t>
            </a:r>
            <a:r>
              <a:rPr b="1" spc="-10" dirty="0"/>
              <a:t>INTERNSHIP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90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dirty="0">
                <a:solidFill>
                  <a:schemeClr val="tx1"/>
                </a:solidFill>
              </a:rPr>
              <a:t>Designed</a:t>
            </a:r>
            <a:r>
              <a:rPr spc="-45" dirty="0">
                <a:solidFill>
                  <a:schemeClr val="tx1"/>
                </a:solidFill>
              </a:rPr>
              <a:t> </a:t>
            </a:r>
            <a:r>
              <a:rPr u="sng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social</a:t>
            </a:r>
            <a:r>
              <a:rPr u="sng" spc="-40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 </a:t>
            </a:r>
            <a:r>
              <a:rPr u="sng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media</a:t>
            </a:r>
            <a:r>
              <a:rPr u="sng" spc="-10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 </a:t>
            </a:r>
            <a:r>
              <a:rPr u="sng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posts</a:t>
            </a:r>
            <a:r>
              <a:rPr u="none" spc="-75" dirty="0">
                <a:solidFill>
                  <a:schemeClr val="tx1"/>
                </a:solidFill>
              </a:rPr>
              <a:t> </a:t>
            </a:r>
            <a:r>
              <a:rPr u="none" dirty="0">
                <a:solidFill>
                  <a:schemeClr val="tx1"/>
                </a:solidFill>
              </a:rPr>
              <a:t>using</a:t>
            </a:r>
            <a:r>
              <a:rPr u="none" spc="-35" dirty="0">
                <a:solidFill>
                  <a:schemeClr val="tx1"/>
                </a:solidFill>
              </a:rPr>
              <a:t> </a:t>
            </a:r>
            <a:r>
              <a:rPr b="1" u="none" spc="-10" dirty="0">
                <a:solidFill>
                  <a:schemeClr val="tx1"/>
                </a:solidFill>
                <a:latin typeface="Trebuchet MS"/>
                <a:cs typeface="Trebuchet MS"/>
              </a:rPr>
              <a:t>Canva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90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dirty="0">
                <a:solidFill>
                  <a:schemeClr val="tx1"/>
                </a:solidFill>
              </a:rPr>
              <a:t>Created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edited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designs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10" dirty="0">
                <a:solidFill>
                  <a:schemeClr val="tx1"/>
                </a:solidFill>
              </a:rPr>
              <a:t> </a:t>
            </a:r>
            <a:r>
              <a:rPr u="sng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slides</a:t>
            </a:r>
            <a:r>
              <a:rPr u="none" spc="-40" dirty="0">
                <a:solidFill>
                  <a:schemeClr val="tx1"/>
                </a:solidFill>
              </a:rPr>
              <a:t> </a:t>
            </a:r>
            <a:r>
              <a:rPr u="none" dirty="0">
                <a:solidFill>
                  <a:schemeClr val="tx1"/>
                </a:solidFill>
              </a:rPr>
              <a:t>using</a:t>
            </a:r>
            <a:r>
              <a:rPr u="none" spc="-50" dirty="0">
                <a:solidFill>
                  <a:schemeClr val="tx1"/>
                </a:solidFill>
              </a:rPr>
              <a:t> </a:t>
            </a:r>
            <a:r>
              <a:rPr b="1" u="none" dirty="0">
                <a:solidFill>
                  <a:schemeClr val="tx1"/>
                </a:solidFill>
                <a:latin typeface="Trebuchet MS"/>
                <a:cs typeface="Trebuchet MS"/>
              </a:rPr>
              <a:t>Adobe</a:t>
            </a:r>
            <a:r>
              <a:rPr b="1" u="none"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u="none" spc="-10" dirty="0">
                <a:solidFill>
                  <a:schemeClr val="tx1"/>
                </a:solidFill>
                <a:latin typeface="Trebuchet MS"/>
                <a:cs typeface="Trebuchet MS"/>
              </a:rPr>
              <a:t>Photoshop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75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dirty="0">
                <a:solidFill>
                  <a:schemeClr val="tx1"/>
                </a:solidFill>
              </a:rPr>
              <a:t>Developed</a:t>
            </a:r>
            <a:r>
              <a:rPr spc="-1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and</a:t>
            </a:r>
            <a:r>
              <a:rPr spc="-8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managed</a:t>
            </a:r>
            <a:r>
              <a:rPr spc="-8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 </a:t>
            </a:r>
            <a:r>
              <a:rPr u="sng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mini</a:t>
            </a:r>
            <a:r>
              <a:rPr u="sng" spc="-50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 </a:t>
            </a:r>
            <a:r>
              <a:rPr u="sng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website</a:t>
            </a:r>
            <a:r>
              <a:rPr u="none" spc="5" dirty="0">
                <a:solidFill>
                  <a:schemeClr val="tx1"/>
                </a:solidFill>
              </a:rPr>
              <a:t> </a:t>
            </a:r>
            <a:r>
              <a:rPr u="none" dirty="0">
                <a:solidFill>
                  <a:schemeClr val="tx1"/>
                </a:solidFill>
              </a:rPr>
              <a:t>using</a:t>
            </a:r>
            <a:r>
              <a:rPr u="none" spc="-55" dirty="0">
                <a:solidFill>
                  <a:schemeClr val="tx1"/>
                </a:solidFill>
              </a:rPr>
              <a:t> </a:t>
            </a:r>
            <a:r>
              <a:rPr b="1" u="none" spc="-10" dirty="0">
                <a:solidFill>
                  <a:schemeClr val="tx1"/>
                </a:solidFill>
                <a:latin typeface="Trebuchet MS"/>
                <a:cs typeface="Trebuchet MS"/>
              </a:rPr>
              <a:t>WordPress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90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dirty="0">
                <a:solidFill>
                  <a:schemeClr val="tx1"/>
                </a:solidFill>
              </a:rPr>
              <a:t>Designed</a:t>
            </a:r>
            <a:r>
              <a:rPr spc="-7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</a:t>
            </a:r>
            <a:r>
              <a:rPr spc="-10" dirty="0">
                <a:solidFill>
                  <a:schemeClr val="tx1"/>
                </a:solidFill>
              </a:rPr>
              <a:t> </a:t>
            </a:r>
            <a:r>
              <a:rPr u="sng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personal</a:t>
            </a:r>
            <a:r>
              <a:rPr u="sng" spc="-50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 </a:t>
            </a:r>
            <a:r>
              <a:rPr u="sng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</a:rPr>
              <a:t>portfolio</a:t>
            </a:r>
            <a:r>
              <a:rPr u="none" spc="-20" dirty="0">
                <a:solidFill>
                  <a:schemeClr val="tx1"/>
                </a:solidFill>
              </a:rPr>
              <a:t> </a:t>
            </a:r>
            <a:r>
              <a:rPr u="none" dirty="0">
                <a:solidFill>
                  <a:schemeClr val="tx1"/>
                </a:solidFill>
              </a:rPr>
              <a:t>using</a:t>
            </a:r>
            <a:r>
              <a:rPr u="none" spc="-50" dirty="0">
                <a:solidFill>
                  <a:schemeClr val="tx1"/>
                </a:solidFill>
              </a:rPr>
              <a:t> </a:t>
            </a:r>
            <a:r>
              <a:rPr b="1" u="none" spc="-10" dirty="0">
                <a:solidFill>
                  <a:schemeClr val="tx1"/>
                </a:solidFill>
                <a:latin typeface="Trebuchet MS"/>
                <a:cs typeface="Trebuchet MS"/>
              </a:rPr>
              <a:t>Figma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123697"/>
            <a:ext cx="2347976" cy="301472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77382-07E9-2F6A-86D2-7177162E744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● Presented by Jenish Bhalani 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8144" y="313055"/>
            <a:ext cx="249745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55650" algn="l"/>
              </a:tabLst>
            </a:pPr>
            <a:r>
              <a:rPr b="1" spc="-25" dirty="0"/>
              <a:t>1.</a:t>
            </a:r>
            <a:r>
              <a:rPr b="1" dirty="0"/>
              <a:t>	</a:t>
            </a:r>
            <a:r>
              <a:rPr b="1" spc="-20" dirty="0"/>
              <a:t>Canva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8145" y="742855"/>
            <a:ext cx="8338820" cy="5499198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75"/>
              </a:spcBef>
              <a:buClr>
                <a:srgbClr val="90C225"/>
              </a:buClr>
              <a:buSzPct val="77777"/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b="1" spc="-10" dirty="0">
                <a:solidFill>
                  <a:schemeClr val="tx1"/>
                </a:solidFill>
                <a:latin typeface="Trebuchet MS"/>
                <a:cs typeface="Trebuchet MS"/>
              </a:rPr>
              <a:t>Graphic</a:t>
            </a:r>
            <a:r>
              <a:rPr b="1" spc="-7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Designing</a:t>
            </a:r>
            <a:r>
              <a:rPr b="1"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Internship</a:t>
            </a:r>
            <a:r>
              <a:rPr b="1" spc="-6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Work</a:t>
            </a:r>
            <a:r>
              <a:rPr b="1" spc="-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–</a:t>
            </a:r>
            <a:r>
              <a:rPr b="1"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u="sng" spc="-10" dirty="0">
                <a:solidFill>
                  <a:schemeClr val="tx1"/>
                </a:solidFill>
                <a:uFill>
                  <a:solidFill>
                    <a:srgbClr val="404040"/>
                  </a:solidFill>
                </a:uFill>
                <a:latin typeface="Trebuchet MS"/>
                <a:cs typeface="Trebuchet MS"/>
              </a:rPr>
              <a:t>GrowPlant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297815" marR="5080" indent="-285750">
              <a:lnSpc>
                <a:spcPct val="99100"/>
              </a:lnSpc>
              <a:spcBef>
                <a:spcPts val="1050"/>
              </a:spcBef>
              <a:buClr>
                <a:srgbClr val="90C225"/>
              </a:buClr>
              <a:buSzPct val="77777"/>
              <a:buFont typeface="Wingdings" panose="05000000000000000000" pitchFamily="2" charset="2"/>
              <a:buChar char="Ø"/>
              <a:tabLst>
                <a:tab pos="355600" algn="l"/>
              </a:tabLst>
            </a:pP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During</a:t>
            </a:r>
            <a:r>
              <a:rPr spc="-6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my</a:t>
            </a:r>
            <a:r>
              <a:rPr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Graphic</a:t>
            </a:r>
            <a:r>
              <a:rPr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Designing</a:t>
            </a:r>
            <a:r>
              <a:rPr spc="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internship,</a:t>
            </a:r>
            <a:r>
              <a:rPr spc="-5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I</a:t>
            </a:r>
            <a:r>
              <a:rPr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worked</a:t>
            </a:r>
            <a:r>
              <a:rPr spc="-8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on</a:t>
            </a:r>
            <a:r>
              <a:rPr spc="3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Canva</a:t>
            </a:r>
            <a:r>
              <a:rPr b="1" spc="-1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to</a:t>
            </a:r>
            <a:r>
              <a:rPr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create</a:t>
            </a:r>
            <a:r>
              <a:rPr spc="-7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visual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content</a:t>
            </a:r>
            <a:r>
              <a:rPr spc="-8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for</a:t>
            </a:r>
            <a:r>
              <a:rPr spc="-1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GrowPlant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,</a:t>
            </a:r>
            <a:r>
              <a:rPr spc="-3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a</a:t>
            </a:r>
            <a:r>
              <a:rPr spc="-2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company</a:t>
            </a:r>
            <a:r>
              <a:rPr spc="-3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focused</a:t>
            </a:r>
            <a:r>
              <a:rPr spc="-1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on</a:t>
            </a:r>
            <a:r>
              <a:rPr spc="-6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growing,</a:t>
            </a:r>
            <a:r>
              <a:rPr b="1" spc="-3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caring,</a:t>
            </a:r>
            <a:r>
              <a:rPr b="1" spc="-3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chemeClr val="tx1"/>
                </a:solidFill>
                <a:latin typeface="Trebuchet MS"/>
                <a:cs typeface="Trebuchet MS"/>
              </a:rPr>
              <a:t>researching,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and</a:t>
            </a:r>
            <a:r>
              <a:rPr b="1" spc="-3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selling</a:t>
            </a:r>
            <a:r>
              <a:rPr b="1" spc="-3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chemeClr val="tx1"/>
                </a:solidFill>
                <a:latin typeface="Trebuchet MS"/>
                <a:cs typeface="Trebuchet MS"/>
              </a:rPr>
              <a:t>plants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.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7777"/>
              <a:buFont typeface="Wingdings" panose="05000000000000000000" pitchFamily="2" charset="2"/>
              <a:buChar char="Ø"/>
              <a:tabLst>
                <a:tab pos="423545" algn="l"/>
              </a:tabLst>
            </a:pP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My</a:t>
            </a:r>
            <a:r>
              <a:rPr b="1" spc="-3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work</a:t>
            </a:r>
            <a:r>
              <a:rPr b="1" spc="-5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included</a:t>
            </a:r>
            <a:r>
              <a:rPr b="1" spc="-3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designing</a:t>
            </a:r>
            <a:r>
              <a:rPr b="1"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spc="-50" dirty="0">
                <a:solidFill>
                  <a:schemeClr val="tx1"/>
                </a:solidFill>
                <a:latin typeface="Trebuchet MS"/>
                <a:cs typeface="Trebuchet MS"/>
              </a:rPr>
              <a:t>: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861694" lvl="1" indent="-489584">
              <a:lnSpc>
                <a:spcPct val="100000"/>
              </a:lnSpc>
              <a:spcBef>
                <a:spcPts val="635"/>
              </a:spcBef>
              <a:buClr>
                <a:srgbClr val="92D050"/>
              </a:buClr>
              <a:buFont typeface="Arial"/>
              <a:buChar char="•"/>
              <a:tabLst>
                <a:tab pos="861694" algn="l"/>
              </a:tabLst>
            </a:pP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company</a:t>
            </a:r>
            <a:r>
              <a:rPr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chemeClr val="tx1"/>
                </a:solidFill>
                <a:latin typeface="Trebuchet MS"/>
                <a:cs typeface="Trebuchet MS"/>
              </a:rPr>
              <a:t>logo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861694" lvl="1" indent="-489584">
              <a:lnSpc>
                <a:spcPct val="100000"/>
              </a:lnSpc>
              <a:spcBef>
                <a:spcPts val="20"/>
              </a:spcBef>
              <a:buClr>
                <a:srgbClr val="92D050"/>
              </a:buClr>
              <a:buFont typeface="Arial"/>
              <a:buChar char="•"/>
              <a:tabLst>
                <a:tab pos="861694" algn="l"/>
              </a:tabLst>
            </a:pP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branding</a:t>
            </a:r>
            <a:r>
              <a:rPr spc="-6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poster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861694" lvl="1" indent="-489584">
              <a:lnSpc>
                <a:spcPct val="100000"/>
              </a:lnSpc>
              <a:spcBef>
                <a:spcPts val="20"/>
              </a:spcBef>
              <a:buClr>
                <a:srgbClr val="92D050"/>
              </a:buClr>
              <a:buFont typeface="Arial"/>
              <a:buChar char="•"/>
              <a:tabLst>
                <a:tab pos="861694" algn="l"/>
              </a:tabLst>
            </a:pP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marketing</a:t>
            </a:r>
            <a:r>
              <a:rPr spc="-8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poster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861694" lvl="1" indent="-489584">
              <a:lnSpc>
                <a:spcPts val="2130"/>
              </a:lnSpc>
              <a:spcBef>
                <a:spcPts val="15"/>
              </a:spcBef>
              <a:buClr>
                <a:srgbClr val="92D050"/>
              </a:buClr>
              <a:buFont typeface="Arial"/>
              <a:buChar char="•"/>
              <a:tabLst>
                <a:tab pos="861694" algn="l"/>
              </a:tabLst>
            </a:pP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business</a:t>
            </a:r>
            <a:r>
              <a:rPr spc="-6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20" dirty="0">
                <a:solidFill>
                  <a:schemeClr val="tx1"/>
                </a:solidFill>
                <a:latin typeface="Trebuchet MS"/>
                <a:cs typeface="Trebuchet MS"/>
              </a:rPr>
              <a:t>card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861694" lvl="1" indent="-489584">
              <a:lnSpc>
                <a:spcPts val="2130"/>
              </a:lnSpc>
              <a:buClr>
                <a:srgbClr val="92D050"/>
              </a:buClr>
              <a:buFont typeface="Arial"/>
              <a:buChar char="•"/>
              <a:tabLst>
                <a:tab pos="861694" algn="l"/>
              </a:tabLst>
            </a:pP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Flyer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861694" lvl="1" indent="-489584">
              <a:lnSpc>
                <a:spcPct val="100000"/>
              </a:lnSpc>
              <a:spcBef>
                <a:spcPts val="20"/>
              </a:spcBef>
              <a:buClr>
                <a:srgbClr val="92D050"/>
              </a:buClr>
              <a:buFont typeface="Arial"/>
              <a:buChar char="•"/>
              <a:tabLst>
                <a:tab pos="861694" algn="l"/>
              </a:tabLst>
            </a:pP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banner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315595" marR="356235" indent="-285750">
              <a:lnSpc>
                <a:spcPct val="100000"/>
              </a:lnSpc>
              <a:spcBef>
                <a:spcPts val="320"/>
              </a:spcBef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16230" algn="l"/>
              </a:tabLst>
            </a:pP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All</a:t>
            </a:r>
            <a:r>
              <a:rPr spc="-3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designs</a:t>
            </a:r>
            <a:r>
              <a:rPr spc="-8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followed</a:t>
            </a:r>
            <a:r>
              <a:rPr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a</a:t>
            </a:r>
            <a:r>
              <a:rPr spc="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chemeClr val="tx1"/>
                </a:solidFill>
                <a:latin typeface="Trebuchet MS"/>
                <a:cs typeface="Trebuchet MS"/>
              </a:rPr>
              <a:t>nature-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inspired</a:t>
            </a:r>
            <a:r>
              <a:rPr b="1" spc="-2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theme</a:t>
            </a:r>
            <a:r>
              <a:rPr b="1" spc="-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using</a:t>
            </a:r>
            <a:r>
              <a:rPr spc="-3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green</a:t>
            </a:r>
            <a:r>
              <a:rPr spc="-3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color</a:t>
            </a:r>
            <a:r>
              <a:rPr spc="-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palettes,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plant</a:t>
            </a:r>
            <a:r>
              <a:rPr spc="-1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elements,</a:t>
            </a:r>
            <a:r>
              <a:rPr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and</a:t>
            </a:r>
            <a:r>
              <a:rPr spc="-7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clean</a:t>
            </a:r>
            <a:r>
              <a:rPr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typography</a:t>
            </a:r>
            <a:r>
              <a:rPr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to</a:t>
            </a:r>
            <a:r>
              <a:rPr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reflect</a:t>
            </a:r>
            <a:r>
              <a:rPr spc="-1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sustainability</a:t>
            </a:r>
            <a:r>
              <a:rPr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and</a:t>
            </a:r>
            <a:r>
              <a:rPr spc="-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growth.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These</a:t>
            </a:r>
            <a:r>
              <a:rPr spc="-8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creatives</a:t>
            </a:r>
            <a:r>
              <a:rPr spc="-5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were</a:t>
            </a:r>
            <a:r>
              <a:rPr spc="-8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developed</a:t>
            </a:r>
            <a:r>
              <a:rPr spc="-2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for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brand</a:t>
            </a:r>
            <a:r>
              <a:rPr b="1" spc="-6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identity</a:t>
            </a:r>
            <a:r>
              <a:rPr b="1" spc="-6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building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,</a:t>
            </a:r>
            <a:r>
              <a:rPr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chemeClr val="tx1"/>
                </a:solidFill>
                <a:latin typeface="Trebuchet MS"/>
                <a:cs typeface="Trebuchet MS"/>
              </a:rPr>
              <a:t>product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promotion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,</a:t>
            </a:r>
            <a:r>
              <a:rPr spc="-7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and</a:t>
            </a:r>
            <a:r>
              <a:rPr spc="-7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customer</a:t>
            </a:r>
            <a:r>
              <a:rPr b="1" spc="-3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engagement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,</a:t>
            </a:r>
            <a:r>
              <a:rPr spc="-6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while</a:t>
            </a:r>
            <a:r>
              <a:rPr spc="-9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maintaining</a:t>
            </a:r>
            <a:r>
              <a:rPr spc="-8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consistency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across</a:t>
            </a:r>
            <a:r>
              <a:rPr spc="-5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digital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and</a:t>
            </a:r>
            <a:r>
              <a:rPr spc="-2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print</a:t>
            </a:r>
            <a:r>
              <a:rPr spc="-10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platforms.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315595" marR="782955" indent="-285750">
              <a:lnSpc>
                <a:spcPct val="100800"/>
              </a:lnSpc>
              <a:buClr>
                <a:srgbClr val="92D050"/>
              </a:buClr>
              <a:buFont typeface="Wingdings" panose="05000000000000000000" pitchFamily="2" charset="2"/>
              <a:buChar char="Ø"/>
              <a:tabLst>
                <a:tab pos="316230" algn="l"/>
              </a:tabLst>
            </a:pP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This</a:t>
            </a:r>
            <a:r>
              <a:rPr spc="-4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internship</a:t>
            </a:r>
            <a:r>
              <a:rPr spc="-8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helped</a:t>
            </a:r>
            <a:r>
              <a:rPr spc="-2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me</a:t>
            </a:r>
            <a:r>
              <a:rPr spc="-6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enhance</a:t>
            </a:r>
            <a:r>
              <a:rPr spc="-6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my</a:t>
            </a:r>
            <a:r>
              <a:rPr spc="2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creative</a:t>
            </a:r>
            <a:r>
              <a:rPr b="1" spc="-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skills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,</a:t>
            </a:r>
            <a:r>
              <a:rPr spc="-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chemeClr val="tx1"/>
                </a:solidFill>
                <a:latin typeface="Trebuchet MS"/>
                <a:cs typeface="Trebuchet MS"/>
              </a:rPr>
              <a:t>branding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knowledge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,</a:t>
            </a:r>
            <a:r>
              <a:rPr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dirty="0">
                <a:solidFill>
                  <a:schemeClr val="tx1"/>
                </a:solidFill>
                <a:latin typeface="Trebuchet MS"/>
                <a:cs typeface="Trebuchet MS"/>
              </a:rPr>
              <a:t>and</a:t>
            </a:r>
            <a:r>
              <a:rPr spc="-5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practical</a:t>
            </a:r>
            <a:r>
              <a:rPr b="1" spc="-7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experience</a:t>
            </a:r>
            <a:r>
              <a:rPr b="1" spc="-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in</a:t>
            </a:r>
            <a:r>
              <a:rPr b="1" spc="-7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graphic</a:t>
            </a:r>
            <a:r>
              <a:rPr b="1" spc="-8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design</a:t>
            </a:r>
            <a:r>
              <a:rPr b="1" spc="-8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chemeClr val="tx1"/>
                </a:solidFill>
                <a:latin typeface="Trebuchet MS"/>
                <a:cs typeface="Trebuchet MS"/>
              </a:rPr>
              <a:t>using</a:t>
            </a:r>
            <a:r>
              <a:rPr b="1" spc="-7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chemeClr val="tx1"/>
                </a:solidFill>
                <a:latin typeface="Trebuchet MS"/>
                <a:cs typeface="Trebuchet MS"/>
              </a:rPr>
              <a:t>Canva</a:t>
            </a:r>
            <a:r>
              <a:rPr spc="-10" dirty="0">
                <a:solidFill>
                  <a:schemeClr val="tx1"/>
                </a:solidFill>
                <a:latin typeface="Trebuchet MS"/>
                <a:cs typeface="Trebuchet MS"/>
              </a:rPr>
              <a:t>.</a:t>
            </a:r>
            <a:endParaRPr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123697"/>
            <a:ext cx="2347976" cy="301472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E100-BBAF-69F7-0B95-495144CE788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● Presented by Jenish Bhalani 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16998" y="1841409"/>
            <a:ext cx="7343775" cy="1957838"/>
            <a:chOff x="809625" y="1695450"/>
            <a:chExt cx="8639175" cy="2133600"/>
          </a:xfrm>
        </p:grpSpPr>
        <p:sp>
          <p:nvSpPr>
            <p:cNvPr id="4" name="object 4"/>
            <p:cNvSpPr/>
            <p:nvPr/>
          </p:nvSpPr>
          <p:spPr>
            <a:xfrm>
              <a:off x="809625" y="1695450"/>
              <a:ext cx="8639175" cy="2133600"/>
            </a:xfrm>
            <a:custGeom>
              <a:avLst/>
              <a:gdLst/>
              <a:ahLst/>
              <a:cxnLst/>
              <a:rect l="l" t="t" r="r" b="b"/>
              <a:pathLst>
                <a:path w="8639175" h="2133600">
                  <a:moveTo>
                    <a:pt x="8639175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8639175" y="2133600"/>
                  </a:lnTo>
                  <a:lnTo>
                    <a:pt x="8639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9625" y="1695450"/>
              <a:ext cx="8639175" cy="2133600"/>
            </a:xfrm>
            <a:custGeom>
              <a:avLst/>
              <a:gdLst/>
              <a:ahLst/>
              <a:cxnLst/>
              <a:rect l="l" t="t" r="r" b="b"/>
              <a:pathLst>
                <a:path w="8639175" h="2133600">
                  <a:moveTo>
                    <a:pt x="0" y="2133600"/>
                  </a:moveTo>
                  <a:lnTo>
                    <a:pt x="8639175" y="2133600"/>
                  </a:lnTo>
                  <a:lnTo>
                    <a:pt x="8639175" y="0"/>
                  </a:lnTo>
                  <a:lnTo>
                    <a:pt x="0" y="0"/>
                  </a:lnTo>
                  <a:lnTo>
                    <a:pt x="0" y="2133600"/>
                  </a:lnTo>
                  <a:close/>
                </a:path>
              </a:pathLst>
            </a:custGeom>
            <a:ln w="19050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216" y="1813274"/>
              <a:ext cx="1910555" cy="18636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7692" y="1950275"/>
              <a:ext cx="2990624" cy="17017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6907" y="1960677"/>
              <a:ext cx="3014726" cy="1623949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391726" y="8217"/>
            <a:ext cx="7882572" cy="1325308"/>
          </a:xfrm>
          <a:prstGeom prst="rect">
            <a:avLst/>
          </a:prstGeom>
        </p:spPr>
        <p:txBody>
          <a:bodyPr vert="horz" wrap="square" lIns="0" tIns="334390" rIns="0" bIns="0" rtlCol="0">
            <a:spAutoFit/>
          </a:bodyPr>
          <a:lstStyle/>
          <a:p>
            <a:pPr marL="370840">
              <a:lnSpc>
                <a:spcPct val="100000"/>
              </a:lnSpc>
              <a:spcBef>
                <a:spcPts val="105"/>
              </a:spcBef>
            </a:pPr>
            <a:r>
              <a:rPr dirty="0"/>
              <a:t>Work</a:t>
            </a:r>
            <a:r>
              <a:rPr spc="-75" dirty="0"/>
              <a:t> </a:t>
            </a:r>
            <a:r>
              <a:rPr dirty="0"/>
              <a:t>Done</a:t>
            </a:r>
            <a:r>
              <a:rPr spc="-65" dirty="0"/>
              <a:t> </a:t>
            </a:r>
            <a:r>
              <a:rPr dirty="0"/>
              <a:t>in</a:t>
            </a:r>
            <a:r>
              <a:rPr spc="-135" dirty="0"/>
              <a:t> </a:t>
            </a:r>
            <a:r>
              <a:rPr spc="-10" dirty="0"/>
              <a:t>Canva</a:t>
            </a: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C84DD30A-0CB1-49B7-39F0-F73AD5560BF6}"/>
              </a:ext>
            </a:extLst>
          </p:cNvPr>
          <p:cNvGrpSpPr/>
          <p:nvPr/>
        </p:nvGrpSpPr>
        <p:grpSpPr>
          <a:xfrm>
            <a:off x="809624" y="4364863"/>
            <a:ext cx="7343775" cy="1873505"/>
            <a:chOff x="809625" y="1695450"/>
            <a:chExt cx="8639175" cy="2133600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29BE1D0A-3E9B-3CFF-53CE-EFF777644DD0}"/>
                </a:ext>
              </a:extLst>
            </p:cNvPr>
            <p:cNvSpPr/>
            <p:nvPr/>
          </p:nvSpPr>
          <p:spPr>
            <a:xfrm>
              <a:off x="809625" y="1695450"/>
              <a:ext cx="8639175" cy="2133600"/>
            </a:xfrm>
            <a:custGeom>
              <a:avLst/>
              <a:gdLst/>
              <a:ahLst/>
              <a:cxnLst/>
              <a:rect l="l" t="t" r="r" b="b"/>
              <a:pathLst>
                <a:path w="8639175" h="2133600">
                  <a:moveTo>
                    <a:pt x="8639175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8639175" y="2133600"/>
                  </a:lnTo>
                  <a:lnTo>
                    <a:pt x="8639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2C1839D9-65B1-B18E-5F5D-FEBB9D7E86D1}"/>
                </a:ext>
              </a:extLst>
            </p:cNvPr>
            <p:cNvSpPr/>
            <p:nvPr/>
          </p:nvSpPr>
          <p:spPr>
            <a:xfrm>
              <a:off x="809625" y="1695450"/>
              <a:ext cx="8639175" cy="2133600"/>
            </a:xfrm>
            <a:custGeom>
              <a:avLst/>
              <a:gdLst/>
              <a:ahLst/>
              <a:cxnLst/>
              <a:rect l="l" t="t" r="r" b="b"/>
              <a:pathLst>
                <a:path w="8639175" h="2133600">
                  <a:moveTo>
                    <a:pt x="0" y="2133600"/>
                  </a:moveTo>
                  <a:lnTo>
                    <a:pt x="8639175" y="2133600"/>
                  </a:lnTo>
                  <a:lnTo>
                    <a:pt x="8639175" y="0"/>
                  </a:lnTo>
                  <a:lnTo>
                    <a:pt x="0" y="0"/>
                  </a:lnTo>
                  <a:lnTo>
                    <a:pt x="0" y="2133600"/>
                  </a:lnTo>
                  <a:close/>
                </a:path>
              </a:pathLst>
            </a:custGeom>
            <a:ln w="19050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EAE6A70C-024E-C0EB-813C-AC27E152893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556815"/>
            <a:ext cx="1489599" cy="14895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14C854E-E149-9E69-FBE4-F060411DC78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668" y="4556815"/>
            <a:ext cx="1163809" cy="15077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CEE64AD-6425-EA2C-4DA7-D9EBFA374120}"/>
              </a:ext>
            </a:extLst>
          </p:cNvPr>
          <p:cNvSpPr/>
          <p:nvPr/>
        </p:nvSpPr>
        <p:spPr>
          <a:xfrm>
            <a:off x="483754" y="1300492"/>
            <a:ext cx="1656032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/>
            </a:pPr>
            <a:r>
              <a:rPr lang="en-US" b="1" dirty="0"/>
              <a:t>Logo</a:t>
            </a:r>
            <a:endParaRPr lang="en-IN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5ECFF0-A028-51CF-C122-5E97F5BCAFA9}"/>
              </a:ext>
            </a:extLst>
          </p:cNvPr>
          <p:cNvSpPr/>
          <p:nvPr/>
        </p:nvSpPr>
        <p:spPr>
          <a:xfrm>
            <a:off x="2064773" y="1300492"/>
            <a:ext cx="2534633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 startAt="2"/>
            </a:pPr>
            <a:r>
              <a:rPr lang="en-US" b="1" dirty="0"/>
              <a:t>Banner</a:t>
            </a:r>
            <a:endParaRPr lang="en-IN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3C433B-BEBC-DAEF-14A6-4721811F2F05}"/>
              </a:ext>
            </a:extLst>
          </p:cNvPr>
          <p:cNvSpPr/>
          <p:nvPr/>
        </p:nvSpPr>
        <p:spPr>
          <a:xfrm>
            <a:off x="5232294" y="1294744"/>
            <a:ext cx="2424209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 startAt="3"/>
            </a:pPr>
            <a:r>
              <a:rPr lang="en-US" b="1" dirty="0"/>
              <a:t>Business Card</a:t>
            </a:r>
            <a:endParaRPr lang="en-IN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6F4DA1-EC73-3E4C-7A3C-4DAA7133BE43}"/>
              </a:ext>
            </a:extLst>
          </p:cNvPr>
          <p:cNvSpPr/>
          <p:nvPr/>
        </p:nvSpPr>
        <p:spPr>
          <a:xfrm>
            <a:off x="768186" y="3926370"/>
            <a:ext cx="1371600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 startAt="4"/>
            </a:pPr>
            <a:r>
              <a:rPr lang="en-US" b="1" dirty="0"/>
              <a:t>Flyer</a:t>
            </a:r>
            <a:endParaRPr lang="en-IN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66A543-22A1-08B3-4EF7-E1A35234E4D4}"/>
              </a:ext>
            </a:extLst>
          </p:cNvPr>
          <p:cNvSpPr/>
          <p:nvPr/>
        </p:nvSpPr>
        <p:spPr>
          <a:xfrm>
            <a:off x="2877963" y="3913198"/>
            <a:ext cx="2534633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 startAt="5"/>
            </a:pPr>
            <a:r>
              <a:rPr lang="en-US" b="1" dirty="0"/>
              <a:t>Marketing Poster</a:t>
            </a:r>
            <a:endParaRPr lang="en-IN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B5395B-544C-6C48-BDF6-E75D0B1979BA}"/>
              </a:ext>
            </a:extLst>
          </p:cNvPr>
          <p:cNvSpPr/>
          <p:nvPr/>
        </p:nvSpPr>
        <p:spPr>
          <a:xfrm>
            <a:off x="5746084" y="3874413"/>
            <a:ext cx="2534633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 startAt="6"/>
            </a:pPr>
            <a:r>
              <a:rPr lang="en-US" b="1" dirty="0"/>
              <a:t>Branding Poster</a:t>
            </a:r>
            <a:endParaRPr lang="en-IN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A3B24F-4B99-EF49-9764-B06A35B3743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832" y="4556815"/>
            <a:ext cx="1066728" cy="15092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B96E63FF-F693-17E9-5E0A-3A34A190221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● Presented by Jenish Bhalani ●</a:t>
            </a:r>
          </a:p>
        </p:txBody>
      </p:sp>
      <p:pic>
        <p:nvPicPr>
          <p:cNvPr id="25" name="object 5">
            <a:extLst>
              <a:ext uri="{FF2B5EF4-FFF2-40B4-BE49-F238E27FC236}">
                <a16:creationId xmlns:a16="http://schemas.microsoft.com/office/drawing/2014/main" id="{3B7FB21B-C7C9-3901-BC34-2A4129AFEB4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10600" y="123697"/>
            <a:ext cx="2347976" cy="30147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E5896E-A583-F61B-FD19-5EC1427CE38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● Presented by Jenish Bhalani ●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B9684C8F-A507-BAFB-8FA5-D09EE9ABF7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123697"/>
            <a:ext cx="2347976" cy="30147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721205-6C7A-C387-A370-4B6613CB3C2C}"/>
              </a:ext>
            </a:extLst>
          </p:cNvPr>
          <p:cNvSpPr txBox="1"/>
          <p:nvPr/>
        </p:nvSpPr>
        <p:spPr>
          <a:xfrm>
            <a:off x="398144" y="936825"/>
            <a:ext cx="796665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90C225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rebuchet MS" panose="020B0603020202020204" pitchFamily="34" charset="0"/>
              </a:rPr>
              <a:t> </a:t>
            </a:r>
            <a:r>
              <a:rPr lang="en-US" b="1" dirty="0">
                <a:latin typeface="Trebuchet MS" panose="020B0603020202020204" pitchFamily="34" charset="0"/>
              </a:rPr>
              <a:t>Graphic Designing Internship Work – GrowPlant</a:t>
            </a:r>
          </a:p>
          <a:p>
            <a:pPr marL="285750" indent="-285750">
              <a:buClr>
                <a:srgbClr val="90C225"/>
              </a:buClr>
              <a:buFont typeface="Wingdings" panose="05000000000000000000" pitchFamily="2" charset="2"/>
              <a:buChar char="Ø"/>
            </a:pPr>
            <a:endParaRPr lang="en-US" dirty="0">
              <a:latin typeface="Trebuchet MS" panose="020B0603020202020204" pitchFamily="34" charset="0"/>
            </a:endParaRPr>
          </a:p>
          <a:p>
            <a:pPr marL="285750" indent="-285750">
              <a:buClr>
                <a:srgbClr val="90C225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rebuchet MS" panose="020B0603020202020204" pitchFamily="34" charset="0"/>
              </a:rPr>
              <a:t> During my Graphic Designing internship, I worked on </a:t>
            </a:r>
            <a:r>
              <a:rPr lang="en-US" b="1" dirty="0">
                <a:latin typeface="Trebuchet MS" panose="020B0603020202020204" pitchFamily="34" charset="0"/>
              </a:rPr>
              <a:t>Adobe Photoshop</a:t>
            </a:r>
            <a:r>
              <a:rPr lang="en-US" dirty="0">
                <a:latin typeface="Trebuchet MS" panose="020B0603020202020204" pitchFamily="34" charset="0"/>
              </a:rPr>
              <a:t> to design promotional and marketing visuals for </a:t>
            </a:r>
            <a:r>
              <a:rPr lang="en-US" b="1" dirty="0">
                <a:latin typeface="Trebuchet MS" panose="020B0603020202020204" pitchFamily="34" charset="0"/>
              </a:rPr>
              <a:t>GrowPlant</a:t>
            </a:r>
            <a:r>
              <a:rPr lang="en-US" dirty="0">
                <a:latin typeface="Trebuchet MS" panose="020B0603020202020204" pitchFamily="34" charset="0"/>
              </a:rPr>
              <a:t>, a company focused </a:t>
            </a:r>
            <a:r>
              <a:rPr lang="en-US" b="1" dirty="0">
                <a:latin typeface="Trebuchet MS" panose="020B0603020202020204" pitchFamily="34" charset="0"/>
              </a:rPr>
              <a:t>on growing, caring, researching, and selling plants</a:t>
            </a:r>
            <a:r>
              <a:rPr lang="en-US" dirty="0">
                <a:latin typeface="Trebuchet MS" panose="020B0603020202020204" pitchFamily="34" charset="0"/>
              </a:rPr>
              <a:t>.</a:t>
            </a:r>
          </a:p>
          <a:p>
            <a:pPr>
              <a:buNone/>
            </a:pPr>
            <a:endParaRPr lang="en-US" dirty="0">
              <a:latin typeface="Trebuchet MS" panose="020B0603020202020204" pitchFamily="34" charset="0"/>
            </a:endParaRPr>
          </a:p>
          <a:p>
            <a:pPr marL="285750" indent="-285750">
              <a:buClr>
                <a:srgbClr val="90C225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rebuchet MS" panose="020B0603020202020204" pitchFamily="34" charset="0"/>
              </a:rPr>
              <a:t>  </a:t>
            </a:r>
            <a:r>
              <a:rPr lang="en-US" b="1" dirty="0">
                <a:latin typeface="Trebuchet MS" panose="020B0603020202020204" pitchFamily="34" charset="0"/>
              </a:rPr>
              <a:t>My work included designing :</a:t>
            </a:r>
            <a:endParaRPr lang="en-US" dirty="0">
              <a:latin typeface="Trebuchet MS" panose="020B0603020202020204" pitchFamily="34" charset="0"/>
            </a:endParaRPr>
          </a:p>
          <a:p>
            <a:pPr marL="285750" indent="-285750">
              <a:buClr>
                <a:srgbClr val="90C225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    sliders (3 designs)</a:t>
            </a:r>
          </a:p>
          <a:p>
            <a:pPr marL="285750" indent="-285750">
              <a:buClr>
                <a:srgbClr val="90C225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rebuchet MS" panose="020B0603020202020204" pitchFamily="34" charset="0"/>
              </a:rPr>
              <a:t>    Youtube thumbnail (1 design)</a:t>
            </a:r>
          </a:p>
          <a:p>
            <a:endParaRPr lang="en-US" dirty="0">
              <a:latin typeface="Trebuchet MS" panose="020B0603020202020204" pitchFamily="34" charset="0"/>
            </a:endParaRPr>
          </a:p>
          <a:p>
            <a:pPr marL="285750" indent="-285750">
              <a:buClr>
                <a:srgbClr val="90C225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rebuchet MS" panose="020B0603020202020204" pitchFamily="34" charset="0"/>
              </a:rPr>
              <a:t> The sliders were created to highlight </a:t>
            </a:r>
            <a:r>
              <a:rPr lang="en-US" b="1" dirty="0">
                <a:latin typeface="Trebuchet MS" panose="020B0603020202020204" pitchFamily="34" charset="0"/>
              </a:rPr>
              <a:t>brand awareness, plant care tips, research activities, and product promotion</a:t>
            </a:r>
            <a:r>
              <a:rPr lang="en-US" dirty="0">
                <a:latin typeface="Trebuchet MS" panose="020B0603020202020204" pitchFamily="34" charset="0"/>
              </a:rPr>
              <a:t>, using high-quality images, clean layouts, and balanced compositions.</a:t>
            </a:r>
          </a:p>
          <a:p>
            <a:pPr marL="285750" indent="-285750">
              <a:buClr>
                <a:srgbClr val="90C225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rebuchet MS" panose="020B0603020202020204" pitchFamily="34" charset="0"/>
              </a:rPr>
              <a:t> Each design followed a </a:t>
            </a:r>
            <a:r>
              <a:rPr lang="en-US" b="1" dirty="0">
                <a:latin typeface="Trebuchet MS" panose="020B0603020202020204" pitchFamily="34" charset="0"/>
              </a:rPr>
              <a:t>nature-inspired green color palette</a:t>
            </a:r>
            <a:r>
              <a:rPr lang="en-US" dirty="0">
                <a:latin typeface="Trebuchet MS" panose="020B0603020202020204" pitchFamily="34" charset="0"/>
              </a:rPr>
              <a:t>, consistent typography, and visual hierarchy to ensure clarity, engagement, and brand consistency across digital platforms.</a:t>
            </a:r>
          </a:p>
          <a:p>
            <a:pPr marL="285750" indent="-285750">
              <a:buClr>
                <a:srgbClr val="90C225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rebuchet MS" panose="020B0603020202020204" pitchFamily="34" charset="0"/>
              </a:rPr>
              <a:t> This work helped me strengthen my skills in </a:t>
            </a:r>
            <a:r>
              <a:rPr lang="en-US" b="1" dirty="0">
                <a:latin typeface="Trebuchet MS" panose="020B0603020202020204" pitchFamily="34" charset="0"/>
              </a:rPr>
              <a:t>image editing, layer management, typography, color correction, and visual storytelling</a:t>
            </a:r>
            <a:r>
              <a:rPr lang="en-US" dirty="0">
                <a:latin typeface="Trebuchet MS" panose="020B0603020202020204" pitchFamily="34" charset="0"/>
              </a:rPr>
              <a:t> using Adobe Photoshop.</a:t>
            </a:r>
          </a:p>
        </p:txBody>
      </p:sp>
      <p:sp>
        <p:nvSpPr>
          <p:cNvPr id="9" name="object 3" descr="$PPTXTitle">
            <a:extLst>
              <a:ext uri="{FF2B5EF4-FFF2-40B4-BE49-F238E27FC236}">
                <a16:creationId xmlns:a16="http://schemas.microsoft.com/office/drawing/2014/main" id="{2AE19582-7A62-9EC0-33BE-2CA9FCBA81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144" y="313055"/>
            <a:ext cx="5088256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55650" algn="l"/>
              </a:tabLst>
            </a:pPr>
            <a:r>
              <a:rPr lang="en-US" b="1" spc="-25" dirty="0"/>
              <a:t>2</a:t>
            </a:r>
            <a:r>
              <a:rPr b="1" spc="-25" dirty="0"/>
              <a:t>.</a:t>
            </a:r>
            <a:r>
              <a:rPr b="1" dirty="0"/>
              <a:t>	</a:t>
            </a:r>
            <a:r>
              <a:rPr lang="en-US" b="1" spc="-20" dirty="0"/>
              <a:t>Adobe Photoshop</a:t>
            </a:r>
            <a:endParaRPr b="1" spc="-2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651DCDA7-CA21-5AC9-1594-9E9A5BAABBAB}"/>
              </a:ext>
            </a:extLst>
          </p:cNvPr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466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96E34A-1075-C7B5-1280-AFA435B2E3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● Presented by Jenish Bhalani ●</a:t>
            </a: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0524F00-CC76-D835-10EB-997C480A8F6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0600" y="123697"/>
            <a:ext cx="2347976" cy="3014726"/>
          </a:xfrm>
          <a:prstGeom prst="rect">
            <a:avLst/>
          </a:prstGeom>
        </p:spPr>
      </p:pic>
      <p:grpSp>
        <p:nvGrpSpPr>
          <p:cNvPr id="6" name="object 3">
            <a:extLst>
              <a:ext uri="{FF2B5EF4-FFF2-40B4-BE49-F238E27FC236}">
                <a16:creationId xmlns:a16="http://schemas.microsoft.com/office/drawing/2014/main" id="{B9CCFB07-BEFD-3DF5-12D9-0A79CCA2B206}"/>
              </a:ext>
            </a:extLst>
          </p:cNvPr>
          <p:cNvGrpSpPr/>
          <p:nvPr/>
        </p:nvGrpSpPr>
        <p:grpSpPr>
          <a:xfrm>
            <a:off x="816998" y="1841409"/>
            <a:ext cx="7343775" cy="1957838"/>
            <a:chOff x="809625" y="1695450"/>
            <a:chExt cx="8639175" cy="2133600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D10E854E-4A5D-BFCE-F91B-CB98CF11B0F2}"/>
                </a:ext>
              </a:extLst>
            </p:cNvPr>
            <p:cNvSpPr/>
            <p:nvPr/>
          </p:nvSpPr>
          <p:spPr>
            <a:xfrm>
              <a:off x="809625" y="1695450"/>
              <a:ext cx="8639175" cy="2133600"/>
            </a:xfrm>
            <a:custGeom>
              <a:avLst/>
              <a:gdLst/>
              <a:ahLst/>
              <a:cxnLst/>
              <a:rect l="l" t="t" r="r" b="b"/>
              <a:pathLst>
                <a:path w="8639175" h="2133600">
                  <a:moveTo>
                    <a:pt x="8639175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8639175" y="2133600"/>
                  </a:lnTo>
                  <a:lnTo>
                    <a:pt x="8639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8D46B11E-45C6-9E9A-48A4-2E71828FCC25}"/>
                </a:ext>
              </a:extLst>
            </p:cNvPr>
            <p:cNvSpPr/>
            <p:nvPr/>
          </p:nvSpPr>
          <p:spPr>
            <a:xfrm>
              <a:off x="809625" y="1695450"/>
              <a:ext cx="8639175" cy="2133600"/>
            </a:xfrm>
            <a:custGeom>
              <a:avLst/>
              <a:gdLst/>
              <a:ahLst/>
              <a:cxnLst/>
              <a:rect l="l" t="t" r="r" b="b"/>
              <a:pathLst>
                <a:path w="8639175" h="2133600">
                  <a:moveTo>
                    <a:pt x="0" y="2133600"/>
                  </a:moveTo>
                  <a:lnTo>
                    <a:pt x="8639175" y="2133600"/>
                  </a:lnTo>
                  <a:lnTo>
                    <a:pt x="8639175" y="0"/>
                  </a:lnTo>
                  <a:lnTo>
                    <a:pt x="0" y="0"/>
                  </a:lnTo>
                  <a:lnTo>
                    <a:pt x="0" y="2133600"/>
                  </a:lnTo>
                  <a:close/>
                </a:path>
              </a:pathLst>
            </a:custGeom>
            <a:ln w="19050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4E66E70E-15DA-07EC-23DD-E50BE45CD8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7216" y="1813274"/>
              <a:ext cx="1910555" cy="1863674"/>
            </a:xfrm>
            <a:prstGeom prst="rect">
              <a:avLst/>
            </a:prstGeom>
          </p:spPr>
        </p:pic>
        <p:pic>
          <p:nvPicPr>
            <p:cNvPr id="10" name="object 7">
              <a:extLst>
                <a:ext uri="{FF2B5EF4-FFF2-40B4-BE49-F238E27FC236}">
                  <a16:creationId xmlns:a16="http://schemas.microsoft.com/office/drawing/2014/main" id="{5F528010-8719-61E7-5999-8C984CED363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7692" y="1950275"/>
              <a:ext cx="2990624" cy="1701786"/>
            </a:xfrm>
            <a:prstGeom prst="rect">
              <a:avLst/>
            </a:prstGeom>
          </p:spPr>
        </p:pic>
        <p:pic>
          <p:nvPicPr>
            <p:cNvPr id="11" name="object 8">
              <a:extLst>
                <a:ext uri="{FF2B5EF4-FFF2-40B4-BE49-F238E27FC236}">
                  <a16:creationId xmlns:a16="http://schemas.microsoft.com/office/drawing/2014/main" id="{6923604A-7269-0FCF-56B9-6C5B884433D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06907" y="1960677"/>
              <a:ext cx="3014726" cy="1623949"/>
            </a:xfrm>
            <a:prstGeom prst="rect">
              <a:avLst/>
            </a:prstGeom>
          </p:spPr>
        </p:pic>
      </p:grpSp>
      <p:grpSp>
        <p:nvGrpSpPr>
          <p:cNvPr id="12" name="object 3">
            <a:extLst>
              <a:ext uri="{FF2B5EF4-FFF2-40B4-BE49-F238E27FC236}">
                <a16:creationId xmlns:a16="http://schemas.microsoft.com/office/drawing/2014/main" id="{6296DDF8-B115-58C0-24F0-EE2631AB0A01}"/>
              </a:ext>
            </a:extLst>
          </p:cNvPr>
          <p:cNvGrpSpPr/>
          <p:nvPr/>
        </p:nvGrpSpPr>
        <p:grpSpPr>
          <a:xfrm>
            <a:off x="809624" y="4364863"/>
            <a:ext cx="7343775" cy="1873505"/>
            <a:chOff x="809625" y="1695450"/>
            <a:chExt cx="8639175" cy="2133600"/>
          </a:xfrm>
        </p:grpSpPr>
        <p:sp>
          <p:nvSpPr>
            <p:cNvPr id="13" name="object 4">
              <a:extLst>
                <a:ext uri="{FF2B5EF4-FFF2-40B4-BE49-F238E27FC236}">
                  <a16:creationId xmlns:a16="http://schemas.microsoft.com/office/drawing/2014/main" id="{788EDFFE-054E-1AED-A8DA-53A64898B760}"/>
                </a:ext>
              </a:extLst>
            </p:cNvPr>
            <p:cNvSpPr/>
            <p:nvPr/>
          </p:nvSpPr>
          <p:spPr>
            <a:xfrm>
              <a:off x="809625" y="1695450"/>
              <a:ext cx="8639175" cy="2133600"/>
            </a:xfrm>
            <a:custGeom>
              <a:avLst/>
              <a:gdLst/>
              <a:ahLst/>
              <a:cxnLst/>
              <a:rect l="l" t="t" r="r" b="b"/>
              <a:pathLst>
                <a:path w="8639175" h="2133600">
                  <a:moveTo>
                    <a:pt x="8639175" y="0"/>
                  </a:moveTo>
                  <a:lnTo>
                    <a:pt x="0" y="0"/>
                  </a:lnTo>
                  <a:lnTo>
                    <a:pt x="0" y="2133600"/>
                  </a:lnTo>
                  <a:lnTo>
                    <a:pt x="8639175" y="2133600"/>
                  </a:lnTo>
                  <a:lnTo>
                    <a:pt x="8639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5A3B47DF-45AD-2440-1F76-C8D0B5EA4BBF}"/>
                </a:ext>
              </a:extLst>
            </p:cNvPr>
            <p:cNvSpPr/>
            <p:nvPr/>
          </p:nvSpPr>
          <p:spPr>
            <a:xfrm>
              <a:off x="809625" y="1695450"/>
              <a:ext cx="8639175" cy="2133600"/>
            </a:xfrm>
            <a:custGeom>
              <a:avLst/>
              <a:gdLst/>
              <a:ahLst/>
              <a:cxnLst/>
              <a:rect l="l" t="t" r="r" b="b"/>
              <a:pathLst>
                <a:path w="8639175" h="2133600">
                  <a:moveTo>
                    <a:pt x="0" y="2133600"/>
                  </a:moveTo>
                  <a:lnTo>
                    <a:pt x="8639175" y="2133600"/>
                  </a:lnTo>
                  <a:lnTo>
                    <a:pt x="8639175" y="0"/>
                  </a:lnTo>
                  <a:lnTo>
                    <a:pt x="0" y="0"/>
                  </a:lnTo>
                  <a:lnTo>
                    <a:pt x="0" y="2133600"/>
                  </a:lnTo>
                  <a:close/>
                </a:path>
              </a:pathLst>
            </a:custGeom>
            <a:ln w="19050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D816337-53AC-288C-536E-21BF7FF861C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556815"/>
            <a:ext cx="1489599" cy="14895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E8BD5BB-2630-338F-B5DF-C53D344E61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668" y="4556815"/>
            <a:ext cx="1163809" cy="15077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F38E31B-D3AB-1E8C-1369-5F25F6ED5A7C}"/>
              </a:ext>
            </a:extLst>
          </p:cNvPr>
          <p:cNvSpPr/>
          <p:nvPr/>
        </p:nvSpPr>
        <p:spPr>
          <a:xfrm>
            <a:off x="483754" y="1332554"/>
            <a:ext cx="1656032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/>
            </a:pPr>
            <a:r>
              <a:rPr lang="en-US" b="1" dirty="0"/>
              <a:t>Logo</a:t>
            </a:r>
            <a:endParaRPr lang="en-IN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B473E5-DAC8-D14A-7CFF-7125A17DF704}"/>
              </a:ext>
            </a:extLst>
          </p:cNvPr>
          <p:cNvSpPr/>
          <p:nvPr/>
        </p:nvSpPr>
        <p:spPr>
          <a:xfrm>
            <a:off x="2139786" y="1352161"/>
            <a:ext cx="2534633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 startAt="2"/>
            </a:pPr>
            <a:r>
              <a:rPr lang="en-US" b="1" dirty="0"/>
              <a:t>Banner</a:t>
            </a:r>
            <a:endParaRPr lang="en-IN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F97F5B-BB0D-3ED7-8DCC-F48646C130E0}"/>
              </a:ext>
            </a:extLst>
          </p:cNvPr>
          <p:cNvSpPr/>
          <p:nvPr/>
        </p:nvSpPr>
        <p:spPr>
          <a:xfrm>
            <a:off x="5308721" y="1352162"/>
            <a:ext cx="2424209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 startAt="3"/>
            </a:pPr>
            <a:r>
              <a:rPr lang="en-US" b="1" dirty="0"/>
              <a:t>Business Card</a:t>
            </a:r>
            <a:endParaRPr lang="en-IN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687BF3-6FA3-E2AB-625C-09650597B018}"/>
              </a:ext>
            </a:extLst>
          </p:cNvPr>
          <p:cNvSpPr/>
          <p:nvPr/>
        </p:nvSpPr>
        <p:spPr>
          <a:xfrm>
            <a:off x="768186" y="3926370"/>
            <a:ext cx="1371600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 startAt="4"/>
            </a:pPr>
            <a:r>
              <a:rPr lang="en-US" b="1" dirty="0"/>
              <a:t>Flyer</a:t>
            </a:r>
            <a:endParaRPr lang="en-IN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F3EADF-C2F7-FBCD-7370-BFF15D2A1E75}"/>
              </a:ext>
            </a:extLst>
          </p:cNvPr>
          <p:cNvSpPr/>
          <p:nvPr/>
        </p:nvSpPr>
        <p:spPr>
          <a:xfrm>
            <a:off x="2877963" y="3913198"/>
            <a:ext cx="2534633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 startAt="5"/>
            </a:pPr>
            <a:r>
              <a:rPr lang="en-US" b="1" dirty="0"/>
              <a:t>Marketing Poster</a:t>
            </a:r>
            <a:endParaRPr lang="en-IN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F1751B-1B11-3F30-CF7C-EB820541072F}"/>
              </a:ext>
            </a:extLst>
          </p:cNvPr>
          <p:cNvSpPr/>
          <p:nvPr/>
        </p:nvSpPr>
        <p:spPr>
          <a:xfrm>
            <a:off x="5746084" y="3874413"/>
            <a:ext cx="2534633" cy="4128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arenR" startAt="6"/>
            </a:pPr>
            <a:r>
              <a:rPr lang="en-US" b="1" dirty="0"/>
              <a:t>Branding Poster</a:t>
            </a:r>
            <a:endParaRPr lang="en-IN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A691D0-3599-7BED-6781-A027F210F6F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832" y="4556815"/>
            <a:ext cx="1066728" cy="15092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E83CEE5-46B1-5EED-91C4-97B149D50548}"/>
              </a:ext>
            </a:extLst>
          </p:cNvPr>
          <p:cNvSpPr txBox="1"/>
          <p:nvPr/>
        </p:nvSpPr>
        <p:spPr>
          <a:xfrm>
            <a:off x="754345" y="473696"/>
            <a:ext cx="6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90C225"/>
                </a:solidFill>
                <a:latin typeface="Trebuchet MS" panose="020B0603020202020204" pitchFamily="34" charset="0"/>
              </a:rPr>
              <a:t>Work</a:t>
            </a:r>
            <a:r>
              <a:rPr lang="en-IN" sz="3600" spc="-75" dirty="0">
                <a:solidFill>
                  <a:srgbClr val="90C225"/>
                </a:solidFill>
                <a:latin typeface="Trebuchet MS" panose="020B0603020202020204" pitchFamily="34" charset="0"/>
              </a:rPr>
              <a:t> </a:t>
            </a:r>
            <a:r>
              <a:rPr lang="en-IN" sz="3600" dirty="0">
                <a:solidFill>
                  <a:srgbClr val="90C225"/>
                </a:solidFill>
                <a:latin typeface="Trebuchet MS" panose="020B0603020202020204" pitchFamily="34" charset="0"/>
              </a:rPr>
              <a:t>Done</a:t>
            </a:r>
            <a:r>
              <a:rPr lang="en-IN" sz="3600" spc="-65" dirty="0">
                <a:solidFill>
                  <a:srgbClr val="90C225"/>
                </a:solidFill>
                <a:latin typeface="Trebuchet MS" panose="020B0603020202020204" pitchFamily="34" charset="0"/>
              </a:rPr>
              <a:t> </a:t>
            </a:r>
            <a:r>
              <a:rPr lang="en-IN" sz="3600" dirty="0">
                <a:solidFill>
                  <a:srgbClr val="90C225"/>
                </a:solidFill>
                <a:latin typeface="Trebuchet MS" panose="020B0603020202020204" pitchFamily="34" charset="0"/>
              </a:rPr>
              <a:t>in</a:t>
            </a:r>
            <a:r>
              <a:rPr lang="en-IN" sz="3600" spc="-135" dirty="0">
                <a:solidFill>
                  <a:srgbClr val="90C225"/>
                </a:solidFill>
                <a:latin typeface="Trebuchet MS" panose="020B0603020202020204" pitchFamily="34" charset="0"/>
              </a:rPr>
              <a:t> </a:t>
            </a:r>
            <a:r>
              <a:rPr lang="en-IN" sz="3600" spc="-10" dirty="0">
                <a:solidFill>
                  <a:srgbClr val="90C225"/>
                </a:solidFill>
                <a:latin typeface="Trebuchet MS" panose="020B0603020202020204" pitchFamily="34" charset="0"/>
              </a:rPr>
              <a:t>Photoshop</a:t>
            </a:r>
            <a:endParaRPr lang="en-IN" sz="3600" dirty="0">
              <a:solidFill>
                <a:srgbClr val="90C225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592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560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Office Theme</vt:lpstr>
      <vt:lpstr>INTERNSHIP REPORT PRESENTATION</vt:lpstr>
      <vt:lpstr>Internship Info.</vt:lpstr>
      <vt:lpstr>ABOUT THE COMPANY — Raj Multimedia Education</vt:lpstr>
      <vt:lpstr>WORK DONE DURING INTERNSHIP</vt:lpstr>
      <vt:lpstr>1. Canva</vt:lpstr>
      <vt:lpstr>Work Done in Canva</vt:lpstr>
      <vt:lpstr>2. Adobe Photoshop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jenish bhalani</cp:lastModifiedBy>
  <cp:revision>3</cp:revision>
  <dcterms:created xsi:type="dcterms:W3CDTF">2026-02-01T05:46:52Z</dcterms:created>
  <dcterms:modified xsi:type="dcterms:W3CDTF">2026-02-01T16:03:35Z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2026-01-29T00:00:00Z</vt:filetime>
  </property>
  <property fmtid="{D5CDD505-2E9C-101B-9397-08002B2CF9AE}" pid="3" name="LastSaved">
    <vt:filetime>2026-02-01T00:00:00Z</vt:filetime>
  </property>
</Properties>
</file>