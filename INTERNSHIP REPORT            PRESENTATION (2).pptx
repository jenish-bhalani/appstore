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7DE25F-EA6C-4FD9-910E-258E6377613A}">
          <p14:sldIdLst/>
        </p14:section>
        <p14:section name="Untitled Section1" id="{1E7976C1-C523-41EE-A0E2-69AB40DE335C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0D09-DACF-FB25-4F44-94BCA11B7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0"/>
            <a:ext cx="7379502" cy="1298407"/>
          </a:xfrm>
        </p:spPr>
        <p:txBody>
          <a:bodyPr/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INTERNSHIP REPORT PRESENTATION  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   </a:t>
            </a:r>
            <a:r>
              <a:rPr lang="en-IN" sz="2400" dirty="0"/>
              <a:t> 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C3830-8B05-8208-F170-9BE9E36A7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707" y="1362455"/>
            <a:ext cx="8176723" cy="3355509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Arts &amp; Creation </a:t>
            </a:r>
          </a:p>
          <a:p>
            <a:pPr algn="l"/>
            <a:r>
              <a:rPr lang="en-IN" sz="3200" b="1" dirty="0">
                <a:solidFill>
                  <a:schemeClr val="tx1"/>
                </a:solidFill>
              </a:rPr>
              <a:t>Studio</a:t>
            </a:r>
          </a:p>
          <a:p>
            <a:pPr algn="l"/>
            <a:r>
              <a:rPr lang="en-IN" b="1" dirty="0">
                <a:solidFill>
                  <a:schemeClr val="tx1"/>
                </a:solidFill>
              </a:rPr>
              <a:t>Web Development Internship at Raj Multimedia Education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  <a:p>
            <a:pPr algn="l"/>
            <a:r>
              <a:rPr lang="en-GB" dirty="0">
                <a:solidFill>
                  <a:schemeClr val="tx1"/>
                </a:solidFill>
              </a:rPr>
              <a:t>Roll No: 89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BCA – Semester 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4141A-5D5B-8416-347A-17257076622A}"/>
              </a:ext>
            </a:extLst>
          </p:cNvPr>
          <p:cNvSpPr/>
          <p:nvPr/>
        </p:nvSpPr>
        <p:spPr>
          <a:xfrm>
            <a:off x="0" y="5907024"/>
            <a:ext cx="12192000" cy="9509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●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chemeClr val="bg1">
                    <a:lumMod val="65000"/>
                  </a:schemeClr>
                </a:solidFill>
              </a:rPr>
              <a:t>Presented by </a:t>
            </a:r>
            <a:r>
              <a:rPr lang="en-GB" sz="1600" b="1" dirty="0">
                <a:solidFill>
                  <a:srgbClr val="CCCC00"/>
                </a:solidFill>
              </a:rPr>
              <a:t>Mandaviya Ankit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●</a:t>
            </a:r>
            <a:br>
              <a:rPr lang="en-GB" dirty="0">
                <a:solidFill>
                  <a:schemeClr val="tx1"/>
                </a:solidFill>
              </a:rPr>
            </a:b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26052F-BADC-7C6E-53AF-B8611F420C00}"/>
              </a:ext>
            </a:extLst>
          </p:cNvPr>
          <p:cNvSpPr/>
          <p:nvPr/>
        </p:nvSpPr>
        <p:spPr>
          <a:xfrm>
            <a:off x="8869680" y="173395"/>
            <a:ext cx="1783080" cy="1865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E19DC-A928-63B4-44E3-73059F796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47" y="119166"/>
            <a:ext cx="1919946" cy="19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8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D60E-11A5-F84A-5EAB-A4080F54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8E1EA-8C62-CDD9-720A-5DC941F40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Duration: 120 Hours</a:t>
            </a:r>
          </a:p>
          <a:p>
            <a:r>
              <a:rPr lang="en-GB" dirty="0"/>
              <a:t>Domain: Web Development &amp; Designing</a:t>
            </a:r>
          </a:p>
          <a:p>
            <a:r>
              <a:rPr lang="en-GB" dirty="0"/>
              <a:t>Department: Ui &amp; </a:t>
            </a:r>
            <a:r>
              <a:rPr lang="en-GB" dirty="0" err="1"/>
              <a:t>Ux</a:t>
            </a:r>
            <a:endParaRPr lang="en-GB" dirty="0"/>
          </a:p>
          <a:p>
            <a:r>
              <a:rPr lang="en-GB" dirty="0"/>
              <a:t>Objective: To gain practical experience and industry exposure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33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A5E0-F80F-33DB-2DD0-4C64DD7D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ABOUT THE COMPANY — Raj Multimedia Education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7F0E5-83F1-2F1F-8518-E9572F08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Raj Multimedia Education is a multimedia training institute that provides IT and digital skills training.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The institute offers courses such as web design, graphic design, video editing, UI/UX, and digital marketing.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The company’s mission is to provide students with practical knowledge and career opportunities.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Along with training, job assistance and recognized certification are also provided.</a:t>
            </a:r>
            <a:endParaRPr lang="en-GB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03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AE32-9366-8108-777D-3FFA1321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WORK DONE DURING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85F0-341C-E1F6-FDFC-23CC0256F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Designed social media posts using </a:t>
            </a:r>
            <a:r>
              <a:rPr lang="en-GB" b="1" dirty="0"/>
              <a:t>Canva</a:t>
            </a:r>
            <a:endParaRPr lang="en-GB" dirty="0"/>
          </a:p>
          <a:p>
            <a:r>
              <a:rPr lang="en-GB" dirty="0"/>
              <a:t>Created and edited designs using </a:t>
            </a:r>
            <a:r>
              <a:rPr lang="en-GB" b="1" dirty="0"/>
              <a:t>Adobe Photoshop</a:t>
            </a:r>
            <a:endParaRPr lang="en-GB" dirty="0"/>
          </a:p>
          <a:p>
            <a:r>
              <a:rPr lang="en-GB" dirty="0"/>
              <a:t>Developed and managed a website using </a:t>
            </a:r>
            <a:r>
              <a:rPr lang="en-GB" b="1" dirty="0"/>
              <a:t>WordPress</a:t>
            </a:r>
            <a:endParaRPr lang="en-GB" dirty="0"/>
          </a:p>
          <a:p>
            <a:r>
              <a:rPr lang="en-GB" dirty="0"/>
              <a:t>Designed a personal portfolio using </a:t>
            </a:r>
            <a:r>
              <a:rPr lang="en-GB" b="1" dirty="0"/>
              <a:t>Figma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90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160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INTERNSHIP REPORT PRESENTATION        </vt:lpstr>
      <vt:lpstr>PowerPoint Presentation</vt:lpstr>
      <vt:lpstr>ABOUT THE COMPANY — Raj Multimedia Education </vt:lpstr>
      <vt:lpstr>WORK DONE DURING INTERNSHIP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1</dc:creator>
  <cp:lastModifiedBy>pc 1</cp:lastModifiedBy>
  <cp:revision>4</cp:revision>
  <dcterms:created xsi:type="dcterms:W3CDTF">2026-01-22T08:21:53Z</dcterms:created>
  <dcterms:modified xsi:type="dcterms:W3CDTF">2026-01-28T09:04:10Z</dcterms:modified>
</cp:coreProperties>
</file>