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eorgia Pro Light" charset="1" panose="02040302050405020303"/>
      <p:regular r:id="rId12"/>
    </p:embeddedFont>
    <p:embeddedFont>
      <p:font typeface="DM Sans" charset="1" panose="00000000000000000000"/>
      <p:regular r:id="rId13"/>
    </p:embeddedFont>
    <p:embeddedFont>
      <p:font typeface="DM Sans Bol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CB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36522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Canva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3699578"/>
            <a:chOff x="0" y="0"/>
            <a:chExt cx="9182100" cy="493277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0025"/>
              <a:ext cx="9182100" cy="368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sz="10499">
                  <a:solidFill>
                    <a:srgbClr val="36522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Internship Overview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137115"/>
              <a:ext cx="917267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36522F"/>
                  </a:solidFill>
                  <a:latin typeface="DM Sans"/>
                  <a:ea typeface="DM Sans"/>
                  <a:cs typeface="DM Sans"/>
                  <a:sym typeface="DM Sans"/>
                </a:rPr>
                <a:t>Exploring Work and Learning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44200" y="8740903"/>
            <a:ext cx="5743575" cy="888872"/>
            <a:chOff x="0" y="0"/>
            <a:chExt cx="7658100" cy="11851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91344"/>
              <a:ext cx="7658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[Your Name]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36522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2632656"/>
            <a:chOff x="0" y="0"/>
            <a:chExt cx="11099800" cy="35102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36522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Introduction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This presentation shares insights about my </a:t>
              </a:r>
              <a:r>
                <a:rPr lang="en-US" b="true" sz="2100">
                  <a:solidFill>
                    <a:srgbClr val="3C5D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internship journey</a:t>
              </a:r>
              <a:r>
                <a:rPr lang="en-US" sz="21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, highlighting my experiences, challenges, and growth, as well as the skills I developed along the way.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004131"/>
            <a:chOff x="0" y="0"/>
            <a:chExt cx="11099800" cy="40055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36522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Institute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The internship was held at a prestigious institute, known for its commitment to fostering </a:t>
              </a:r>
              <a:r>
                <a:rPr lang="en-US" b="true" sz="2100">
                  <a:solidFill>
                    <a:srgbClr val="3C5D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hands-on learning</a:t>
              </a:r>
              <a:r>
                <a:rPr lang="en-US" sz="21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 and professional development in various fields. Located in a vibrant, academic community, it provided invaluable support throughout my journey.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C3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18556"/>
            <a:chOff x="0" y="0"/>
            <a:chExt cx="11099800" cy="54914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36522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Work Responsibilities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03"/>
              <a:ext cx="1109980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During my internship, I took on various </a:t>
              </a:r>
              <a:r>
                <a:rPr lang="en-US" b="true" sz="2100">
                  <a:solidFill>
                    <a:srgbClr val="3C5D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key responsibilities</a:t>
              </a:r>
              <a:r>
                <a:rPr lang="en-US" sz="21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, including project management, team collaboration, and developing creative marketing materials that enhanced my skills and professional growth.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747081"/>
            <a:chOff x="0" y="0"/>
            <a:chExt cx="11099800" cy="49961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3040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36522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Information About Canva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337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Canva is a versatile design tool that I used extensively during my internship, enabling me to create visually appealing presentations and marketing materials efficiently and creatively.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7C3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2632656"/>
            <a:chOff x="0" y="0"/>
            <a:chExt cx="11099800" cy="35102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36522F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Work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Reflecting on my internship experience, I've gained invaluable </a:t>
              </a:r>
              <a:r>
                <a:rPr lang="en-US" b="true" sz="2100">
                  <a:solidFill>
                    <a:srgbClr val="3C5D2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insights</a:t>
              </a:r>
              <a:r>
                <a:rPr lang="en-US" sz="2100">
                  <a:solidFill>
                    <a:srgbClr val="3C5D22"/>
                  </a:solidFill>
                  <a:latin typeface="DM Sans"/>
                  <a:ea typeface="DM Sans"/>
                  <a:cs typeface="DM Sans"/>
                  <a:sym typeface="DM Sans"/>
                </a:rPr>
                <a:t> and achieved significant milestones that will shape my future career, ultimately enhancing my skills and confidence.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Internship Overview</dc:description>
  <dc:identifier>DAHAQX8oVAo</dc:identifier>
  <dcterms:modified xsi:type="dcterms:W3CDTF">2011-08-01T06:04:30Z</dcterms:modified>
  <cp:revision>1</cp:revision>
  <dc:title>Presentation - Internship Overview</dc:title>
</cp:coreProperties>
</file>